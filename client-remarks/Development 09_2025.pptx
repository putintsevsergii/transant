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2793" r:id="rId5"/>
    <p:sldId id="22859" r:id="rId6"/>
    <p:sldId id="22863" r:id="rId7"/>
    <p:sldId id="427" r:id="rId8"/>
    <p:sldId id="387" r:id="rId9"/>
    <p:sldId id="22860" r:id="rId10"/>
    <p:sldId id="22861" r:id="rId11"/>
    <p:sldId id="22864" r:id="rId12"/>
    <p:sldId id="22865" r:id="rId13"/>
  </p:sldIdLst>
  <p:sldSz cx="12192000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tintsev Serhiy" userId="a2d69212-4ff9-4dd8-a0ad-8290c34674ec" providerId="ADAL" clId="{4AE2FBF2-823F-442B-A456-D30FCAAB2B9E}"/>
    <pc:docChg chg="modSld">
      <pc:chgData name="Putintsev Serhiy" userId="a2d69212-4ff9-4dd8-a0ad-8290c34674ec" providerId="ADAL" clId="{4AE2FBF2-823F-442B-A456-D30FCAAB2B9E}" dt="2026-09-08T17:39:17.451" v="3" actId="14100"/>
      <pc:docMkLst>
        <pc:docMk/>
      </pc:docMkLst>
      <pc:sldChg chg="modSp mod">
        <pc:chgData name="Putintsev Serhiy" userId="a2d69212-4ff9-4dd8-a0ad-8290c34674ec" providerId="ADAL" clId="{4AE2FBF2-823F-442B-A456-D30FCAAB2B9E}" dt="2026-09-08T17:38:10.032" v="2" actId="1076"/>
        <pc:sldMkLst>
          <pc:docMk/>
          <pc:sldMk cId="3798942014" sldId="387"/>
        </pc:sldMkLst>
        <pc:picChg chg="mod">
          <ac:chgData name="Putintsev Serhiy" userId="a2d69212-4ff9-4dd8-a0ad-8290c34674ec" providerId="ADAL" clId="{4AE2FBF2-823F-442B-A456-D30FCAAB2B9E}" dt="2026-09-08T17:38:10.032" v="2" actId="1076"/>
          <ac:picMkLst>
            <pc:docMk/>
            <pc:sldMk cId="3798942014" sldId="387"/>
            <ac:picMk id="12" creationId="{CAD2FCF3-4A69-086E-F5B2-F0DA28D10EC6}"/>
          </ac:picMkLst>
        </pc:picChg>
      </pc:sldChg>
      <pc:sldChg chg="modSp mod">
        <pc:chgData name="Putintsev Serhiy" userId="a2d69212-4ff9-4dd8-a0ad-8290c34674ec" providerId="ADAL" clId="{4AE2FBF2-823F-442B-A456-D30FCAAB2B9E}" dt="2026-09-08T17:39:17.451" v="3" actId="14100"/>
        <pc:sldMkLst>
          <pc:docMk/>
          <pc:sldMk cId="2726148537" sldId="22864"/>
        </pc:sldMkLst>
        <pc:picChg chg="mod">
          <ac:chgData name="Putintsev Serhiy" userId="a2d69212-4ff9-4dd8-a0ad-8290c34674ec" providerId="ADAL" clId="{4AE2FBF2-823F-442B-A456-D30FCAAB2B9E}" dt="2026-09-08T17:39:17.451" v="3" actId="14100"/>
          <ac:picMkLst>
            <pc:docMk/>
            <pc:sldMk cId="2726148537" sldId="22864"/>
            <ac:picMk id="5" creationId="{19461442-AD04-57CA-B232-C854DC54FAA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4B3E6A14-16D4-F8FD-22C7-6B71D8C329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4B6287-C2B7-891B-4ED3-A5A4FC6E7C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AC4363E0-FAF7-4E4E-8E1F-31D8BD9436E5}" type="datetimeFigureOut">
              <a:rPr lang="de-AT" smtClean="0"/>
              <a:t>08.09.2026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480F09-B701-A568-8B22-F5D31FA6DA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7DBF50-107D-21FD-1479-A8114A24BA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2D4B578-5CB1-4ED6-987D-CC66DDF19274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29507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3C1C42C-8A26-4337-ACE3-37208C02EC4B}" type="datetimeFigureOut">
              <a:rPr lang="de-AT" smtClean="0"/>
              <a:t>08.09.2026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883EE57-3771-4BEF-B120-35AC0CB6BB85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2127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	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3EE57-3771-4BEF-B120-35AC0CB6BB85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25368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1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0.sv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sv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3.sv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6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1.sv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69E96CE9-490B-A93D-45BD-425B6BF0C2A4}"/>
              </a:ext>
            </a:extLst>
          </p:cNvPr>
          <p:cNvSpPr/>
          <p:nvPr userDrawn="1"/>
        </p:nvSpPr>
        <p:spPr>
          <a:xfrm rot="5400000">
            <a:off x="2667000" y="-2668403"/>
            <a:ext cx="6858001" cy="12192001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2536" y="2198231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42536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97533" y="6041362"/>
            <a:ext cx="91193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sp>
        <p:nvSpPr>
          <p:cNvPr id="11" name="Grafik 10">
            <a:extLst>
              <a:ext uri="{FF2B5EF4-FFF2-40B4-BE49-F238E27FC236}">
                <a16:creationId xmlns:a16="http://schemas.microsoft.com/office/drawing/2014/main" id="{273245AD-3036-D7DD-D1F3-9912C714FA02}"/>
              </a:ext>
            </a:extLst>
          </p:cNvPr>
          <p:cNvSpPr>
            <a:spLocks noChangeAspect="1"/>
          </p:cNvSpPr>
          <p:nvPr userDrawn="1"/>
        </p:nvSpPr>
        <p:spPr>
          <a:xfrm>
            <a:off x="25348" y="1402"/>
            <a:ext cx="8328519" cy="6856598"/>
          </a:xfrm>
          <a:custGeom>
            <a:avLst/>
            <a:gdLst>
              <a:gd name="connsiteX0" fmla="*/ 1537691 w 1954545"/>
              <a:gd name="connsiteY0" fmla="*/ 0 h 1609113"/>
              <a:gd name="connsiteX1" fmla="*/ 1149752 w 1954545"/>
              <a:gd name="connsiteY1" fmla="*/ 664057 h 1609113"/>
              <a:gd name="connsiteX2" fmla="*/ 1134867 w 1954545"/>
              <a:gd name="connsiteY2" fmla="*/ 672589 h 1609113"/>
              <a:gd name="connsiteX3" fmla="*/ 1117660 w 1954545"/>
              <a:gd name="connsiteY3" fmla="*/ 672589 h 1609113"/>
              <a:gd name="connsiteX4" fmla="*/ 1086953 w 1954545"/>
              <a:gd name="connsiteY4" fmla="*/ 641768 h 1609113"/>
              <a:gd name="connsiteX5" fmla="*/ 1091115 w 1954545"/>
              <a:gd name="connsiteY5" fmla="*/ 626372 h 1609113"/>
              <a:gd name="connsiteX6" fmla="*/ 1456965 w 1954545"/>
              <a:gd name="connsiteY6" fmla="*/ 0 h 1609113"/>
              <a:gd name="connsiteX7" fmla="*/ 1418569 w 1954545"/>
              <a:gd name="connsiteY7" fmla="*/ 0 h 1609113"/>
              <a:gd name="connsiteX8" fmla="*/ 1030677 w 1954545"/>
              <a:gd name="connsiteY8" fmla="*/ 664057 h 1609113"/>
              <a:gd name="connsiteX9" fmla="*/ 1015793 w 1954545"/>
              <a:gd name="connsiteY9" fmla="*/ 672589 h 1609113"/>
              <a:gd name="connsiteX10" fmla="*/ 969576 w 1954545"/>
              <a:gd name="connsiteY10" fmla="*/ 672589 h 1609113"/>
              <a:gd name="connsiteX11" fmla="*/ 894491 w 1954545"/>
              <a:gd name="connsiteY11" fmla="*/ 629501 h 1609113"/>
              <a:gd name="connsiteX12" fmla="*/ 527029 w 1954545"/>
              <a:gd name="connsiteY12" fmla="*/ 0 h 1609113"/>
              <a:gd name="connsiteX13" fmla="*/ 488586 w 1954545"/>
              <a:gd name="connsiteY13" fmla="*/ 0 h 1609113"/>
              <a:gd name="connsiteX14" fmla="*/ 886432 w 1954545"/>
              <a:gd name="connsiteY14" fmla="*/ 681074 h 1609113"/>
              <a:gd name="connsiteX15" fmla="*/ 886432 w 1954545"/>
              <a:gd name="connsiteY15" fmla="*/ 697807 h 1609113"/>
              <a:gd name="connsiteX16" fmla="*/ 840898 w 1954545"/>
              <a:gd name="connsiteY16" fmla="*/ 709155 h 1609113"/>
              <a:gd name="connsiteX17" fmla="*/ 829550 w 1954545"/>
              <a:gd name="connsiteY17" fmla="*/ 697807 h 1609113"/>
              <a:gd name="connsiteX18" fmla="*/ 700142 w 1954545"/>
              <a:gd name="connsiteY18" fmla="*/ 476723 h 1609113"/>
              <a:gd name="connsiteX19" fmla="*/ 673976 w 1954545"/>
              <a:gd name="connsiteY19" fmla="*/ 461744 h 1609113"/>
              <a:gd name="connsiteX20" fmla="*/ 201092 w 1954545"/>
              <a:gd name="connsiteY20" fmla="*/ 461744 h 1609113"/>
              <a:gd name="connsiteX21" fmla="*/ 188625 w 1954545"/>
              <a:gd name="connsiteY21" fmla="*/ 468902 h 1609113"/>
              <a:gd name="connsiteX22" fmla="*/ 2002 w 1954545"/>
              <a:gd name="connsiteY22" fmla="*/ 788535 h 1609113"/>
              <a:gd name="connsiteX23" fmla="*/ 2002 w 1954545"/>
              <a:gd name="connsiteY23" fmla="*/ 803087 h 1609113"/>
              <a:gd name="connsiteX24" fmla="*/ 188625 w 1954545"/>
              <a:gd name="connsiteY24" fmla="*/ 1122673 h 1609113"/>
              <a:gd name="connsiteX25" fmla="*/ 201092 w 1954545"/>
              <a:gd name="connsiteY25" fmla="*/ 1129878 h 1609113"/>
              <a:gd name="connsiteX26" fmla="*/ 663642 w 1954545"/>
              <a:gd name="connsiteY26" fmla="*/ 1129878 h 1609113"/>
              <a:gd name="connsiteX27" fmla="*/ 705498 w 1954545"/>
              <a:gd name="connsiteY27" fmla="*/ 1105797 h 1609113"/>
              <a:gd name="connsiteX28" fmla="*/ 844482 w 1954545"/>
              <a:gd name="connsiteY28" fmla="*/ 867459 h 1609113"/>
              <a:gd name="connsiteX29" fmla="*/ 865376 w 1954545"/>
              <a:gd name="connsiteY29" fmla="*/ 862046 h 1609113"/>
              <a:gd name="connsiteX30" fmla="*/ 870790 w 1954545"/>
              <a:gd name="connsiteY30" fmla="*/ 867459 h 1609113"/>
              <a:gd name="connsiteX31" fmla="*/ 878753 w 1954545"/>
              <a:gd name="connsiteY31" fmla="*/ 881159 h 1609113"/>
              <a:gd name="connsiteX32" fmla="*/ 878753 w 1954545"/>
              <a:gd name="connsiteY32" fmla="*/ 914719 h 1609113"/>
              <a:gd name="connsiteX33" fmla="*/ 473180 w 1954545"/>
              <a:gd name="connsiteY33" fmla="*/ 1609114 h 1609113"/>
              <a:gd name="connsiteX34" fmla="*/ 522905 w 1954545"/>
              <a:gd name="connsiteY34" fmla="*/ 1609114 h 1609113"/>
              <a:gd name="connsiteX35" fmla="*/ 912883 w 1954545"/>
              <a:gd name="connsiteY35" fmla="*/ 941075 h 1609113"/>
              <a:gd name="connsiteX36" fmla="*/ 950805 w 1954545"/>
              <a:gd name="connsiteY36" fmla="*/ 919223 h 1609113"/>
              <a:gd name="connsiteX37" fmla="*/ 980384 w 1954545"/>
              <a:gd name="connsiteY37" fmla="*/ 919223 h 1609113"/>
              <a:gd name="connsiteX38" fmla="*/ 1048121 w 1954545"/>
              <a:gd name="connsiteY38" fmla="*/ 958092 h 1609113"/>
              <a:gd name="connsiteX39" fmla="*/ 1428713 w 1954545"/>
              <a:gd name="connsiteY39" fmla="*/ 1609114 h 1609113"/>
              <a:gd name="connsiteX40" fmla="*/ 1467299 w 1954545"/>
              <a:gd name="connsiteY40" fmla="*/ 1609114 h 1609113"/>
              <a:gd name="connsiteX41" fmla="*/ 1086565 w 1954545"/>
              <a:gd name="connsiteY41" fmla="*/ 957998 h 1609113"/>
              <a:gd name="connsiteX42" fmla="*/ 1095723 w 1954545"/>
              <a:gd name="connsiteY42" fmla="*/ 922768 h 1609113"/>
              <a:gd name="connsiteX43" fmla="*/ 1108796 w 1954545"/>
              <a:gd name="connsiteY43" fmla="*/ 919223 h 1609113"/>
              <a:gd name="connsiteX44" fmla="*/ 1131502 w 1954545"/>
              <a:gd name="connsiteY44" fmla="*/ 919223 h 1609113"/>
              <a:gd name="connsiteX45" fmla="*/ 1142736 w 1954545"/>
              <a:gd name="connsiteY45" fmla="*/ 925669 h 1609113"/>
              <a:gd name="connsiteX46" fmla="*/ 1542242 w 1954545"/>
              <a:gd name="connsiteY46" fmla="*/ 1609114 h 1609113"/>
              <a:gd name="connsiteX47" fmla="*/ 1591730 w 1954545"/>
              <a:gd name="connsiteY47" fmla="*/ 1609114 h 1609113"/>
              <a:gd name="connsiteX48" fmla="*/ 1180705 w 1954545"/>
              <a:gd name="connsiteY48" fmla="*/ 906140 h 1609113"/>
              <a:gd name="connsiteX49" fmla="*/ 1180705 w 1954545"/>
              <a:gd name="connsiteY49" fmla="*/ 889928 h 1609113"/>
              <a:gd name="connsiteX50" fmla="*/ 1202605 w 1954545"/>
              <a:gd name="connsiteY50" fmla="*/ 852433 h 1609113"/>
              <a:gd name="connsiteX51" fmla="*/ 1215598 w 1954545"/>
              <a:gd name="connsiteY51" fmla="*/ 849120 h 1609113"/>
              <a:gd name="connsiteX52" fmla="*/ 1218912 w 1954545"/>
              <a:gd name="connsiteY52" fmla="*/ 852433 h 1609113"/>
              <a:gd name="connsiteX53" fmla="*/ 1277026 w 1954545"/>
              <a:gd name="connsiteY53" fmla="*/ 951977 h 1609113"/>
              <a:gd name="connsiteX54" fmla="*/ 1309687 w 1954545"/>
              <a:gd name="connsiteY54" fmla="*/ 970701 h 1609113"/>
              <a:gd name="connsiteX55" fmla="*/ 1467394 w 1954545"/>
              <a:gd name="connsiteY55" fmla="*/ 970701 h 1609113"/>
              <a:gd name="connsiteX56" fmla="*/ 1474646 w 1954545"/>
              <a:gd name="connsiteY56" fmla="*/ 970085 h 1609113"/>
              <a:gd name="connsiteX57" fmla="*/ 1532951 w 1954545"/>
              <a:gd name="connsiteY57" fmla="*/ 997484 h 1609113"/>
              <a:gd name="connsiteX58" fmla="*/ 1909514 w 1954545"/>
              <a:gd name="connsiteY58" fmla="*/ 1608971 h 1609113"/>
              <a:gd name="connsiteX59" fmla="*/ 1954546 w 1954545"/>
              <a:gd name="connsiteY59" fmla="*/ 1608971 h 1609113"/>
              <a:gd name="connsiteX60" fmla="*/ 1554803 w 1954545"/>
              <a:gd name="connsiteY60" fmla="*/ 934059 h 1609113"/>
              <a:gd name="connsiteX61" fmla="*/ 1554803 w 1954545"/>
              <a:gd name="connsiteY61" fmla="*/ 862103 h 1609113"/>
              <a:gd name="connsiteX62" fmla="*/ 1575423 w 1954545"/>
              <a:gd name="connsiteY62" fmla="*/ 826788 h 1609113"/>
              <a:gd name="connsiteX63" fmla="*/ 1575423 w 1954545"/>
              <a:gd name="connsiteY63" fmla="*/ 766066 h 1609113"/>
              <a:gd name="connsiteX64" fmla="*/ 1512141 w 1954545"/>
              <a:gd name="connsiteY64" fmla="*/ 657847 h 1609113"/>
              <a:gd name="connsiteX65" fmla="*/ 1449808 w 1954545"/>
              <a:gd name="connsiteY65" fmla="*/ 622058 h 1609113"/>
              <a:gd name="connsiteX66" fmla="*/ 1321158 w 1954545"/>
              <a:gd name="connsiteY66" fmla="*/ 622058 h 1609113"/>
              <a:gd name="connsiteX67" fmla="*/ 1271243 w 1954545"/>
              <a:gd name="connsiteY67" fmla="*/ 650737 h 1609113"/>
              <a:gd name="connsiteX68" fmla="*/ 1226780 w 1954545"/>
              <a:gd name="connsiteY68" fmla="*/ 726912 h 1609113"/>
              <a:gd name="connsiteX69" fmla="*/ 1201804 w 1954545"/>
              <a:gd name="connsiteY69" fmla="*/ 733411 h 1609113"/>
              <a:gd name="connsiteX70" fmla="*/ 1195305 w 1954545"/>
              <a:gd name="connsiteY70" fmla="*/ 726912 h 1609113"/>
              <a:gd name="connsiteX71" fmla="*/ 1178477 w 1954545"/>
              <a:gd name="connsiteY71" fmla="*/ 698092 h 1609113"/>
              <a:gd name="connsiteX72" fmla="*/ 1178477 w 1954545"/>
              <a:gd name="connsiteY72" fmla="*/ 680695 h 1609113"/>
              <a:gd name="connsiteX73" fmla="*/ 1576040 w 1954545"/>
              <a:gd name="connsiteY73" fmla="*/ 0 h 1609113"/>
              <a:gd name="connsiteX74" fmla="*/ 816467 w 1954545"/>
              <a:gd name="connsiteY74" fmla="*/ 802756 h 1609113"/>
              <a:gd name="connsiteX75" fmla="*/ 680612 w 1954545"/>
              <a:gd name="connsiteY75" fmla="*/ 1035500 h 1609113"/>
              <a:gd name="connsiteX76" fmla="*/ 615292 w 1954545"/>
              <a:gd name="connsiteY76" fmla="*/ 1072995 h 1609113"/>
              <a:gd name="connsiteX77" fmla="*/ 250864 w 1954545"/>
              <a:gd name="connsiteY77" fmla="*/ 1072995 h 1609113"/>
              <a:gd name="connsiteX78" fmla="*/ 212610 w 1954545"/>
              <a:gd name="connsiteY78" fmla="*/ 1051048 h 1609113"/>
              <a:gd name="connsiteX79" fmla="*/ 67844 w 1954545"/>
              <a:gd name="connsiteY79" fmla="*/ 803087 h 1609113"/>
              <a:gd name="connsiteX80" fmla="*/ 67844 w 1954545"/>
              <a:gd name="connsiteY80" fmla="*/ 788487 h 1609113"/>
              <a:gd name="connsiteX81" fmla="*/ 221238 w 1954545"/>
              <a:gd name="connsiteY81" fmla="*/ 525785 h 1609113"/>
              <a:gd name="connsiteX82" fmla="*/ 233752 w 1954545"/>
              <a:gd name="connsiteY82" fmla="*/ 518627 h 1609113"/>
              <a:gd name="connsiteX83" fmla="*/ 650417 w 1954545"/>
              <a:gd name="connsiteY83" fmla="*/ 518627 h 1609113"/>
              <a:gd name="connsiteX84" fmla="*/ 662884 w 1954545"/>
              <a:gd name="connsiteY84" fmla="*/ 525785 h 1609113"/>
              <a:gd name="connsiteX85" fmla="*/ 816467 w 1954545"/>
              <a:gd name="connsiteY85" fmla="*/ 788819 h 1609113"/>
              <a:gd name="connsiteX86" fmla="*/ 816467 w 1954545"/>
              <a:gd name="connsiteY86" fmla="*/ 802756 h 1609113"/>
              <a:gd name="connsiteX87" fmla="*/ 1181132 w 1954545"/>
              <a:gd name="connsiteY87" fmla="*/ 804604 h 1609113"/>
              <a:gd name="connsiteX88" fmla="*/ 1145391 w 1954545"/>
              <a:gd name="connsiteY88" fmla="*/ 865800 h 1609113"/>
              <a:gd name="connsiteX89" fmla="*/ 1126430 w 1954545"/>
              <a:gd name="connsiteY89" fmla="*/ 876561 h 1609113"/>
              <a:gd name="connsiteX90" fmla="*/ 958626 w 1954545"/>
              <a:gd name="connsiteY90" fmla="*/ 876561 h 1609113"/>
              <a:gd name="connsiteX91" fmla="*/ 908380 w 1954545"/>
              <a:gd name="connsiteY91" fmla="*/ 847693 h 1609113"/>
              <a:gd name="connsiteX92" fmla="*/ 887570 w 1954545"/>
              <a:gd name="connsiteY92" fmla="*/ 812046 h 1609113"/>
              <a:gd name="connsiteX93" fmla="*/ 883162 w 1954545"/>
              <a:gd name="connsiteY93" fmla="*/ 795930 h 1609113"/>
              <a:gd name="connsiteX94" fmla="*/ 883162 w 1954545"/>
              <a:gd name="connsiteY94" fmla="*/ 795930 h 1609113"/>
              <a:gd name="connsiteX95" fmla="*/ 887570 w 1954545"/>
              <a:gd name="connsiteY95" fmla="*/ 779765 h 1609113"/>
              <a:gd name="connsiteX96" fmla="*/ 915632 w 1954545"/>
              <a:gd name="connsiteY96" fmla="*/ 731700 h 1609113"/>
              <a:gd name="connsiteX97" fmla="*/ 944074 w 1954545"/>
              <a:gd name="connsiteY97" fmla="*/ 715251 h 1609113"/>
              <a:gd name="connsiteX98" fmla="*/ 1128942 w 1954545"/>
              <a:gd name="connsiteY98" fmla="*/ 715251 h 1609113"/>
              <a:gd name="connsiteX99" fmla="*/ 1143779 w 1954545"/>
              <a:gd name="connsiteY99" fmla="*/ 723831 h 1609113"/>
              <a:gd name="connsiteX100" fmla="*/ 1180847 w 1954545"/>
              <a:gd name="connsiteY100" fmla="*/ 787208 h 1609113"/>
              <a:gd name="connsiteX101" fmla="*/ 1181132 w 1954545"/>
              <a:gd name="connsiteY101" fmla="*/ 804604 h 1609113"/>
              <a:gd name="connsiteX102" fmla="*/ 1525888 w 1954545"/>
              <a:gd name="connsiteY102" fmla="*/ 826788 h 1609113"/>
              <a:gd name="connsiteX103" fmla="*/ 1485264 w 1954545"/>
              <a:gd name="connsiteY103" fmla="*/ 896375 h 1609113"/>
              <a:gd name="connsiteX104" fmla="*/ 1429993 w 1954545"/>
              <a:gd name="connsiteY104" fmla="*/ 928087 h 1609113"/>
              <a:gd name="connsiteX105" fmla="*/ 1339123 w 1954545"/>
              <a:gd name="connsiteY105" fmla="*/ 928087 h 1609113"/>
              <a:gd name="connsiteX106" fmla="*/ 1299068 w 1954545"/>
              <a:gd name="connsiteY106" fmla="*/ 905097 h 1609113"/>
              <a:gd name="connsiteX107" fmla="*/ 1239531 w 1954545"/>
              <a:gd name="connsiteY107" fmla="*/ 803182 h 1609113"/>
              <a:gd name="connsiteX108" fmla="*/ 1239531 w 1954545"/>
              <a:gd name="connsiteY108" fmla="*/ 789625 h 1609113"/>
              <a:gd name="connsiteX109" fmla="*/ 1292669 w 1954545"/>
              <a:gd name="connsiteY109" fmla="*/ 698660 h 1609113"/>
              <a:gd name="connsiteX110" fmla="*/ 1351780 w 1954545"/>
              <a:gd name="connsiteY110" fmla="*/ 664720 h 1609113"/>
              <a:gd name="connsiteX111" fmla="*/ 1433359 w 1954545"/>
              <a:gd name="connsiteY111" fmla="*/ 664720 h 1609113"/>
              <a:gd name="connsiteX112" fmla="*/ 1483700 w 1954545"/>
              <a:gd name="connsiteY112" fmla="*/ 693541 h 1609113"/>
              <a:gd name="connsiteX113" fmla="*/ 1526030 w 1954545"/>
              <a:gd name="connsiteY113" fmla="*/ 766066 h 1609113"/>
              <a:gd name="connsiteX114" fmla="*/ 1525888 w 1954545"/>
              <a:gd name="connsiteY114" fmla="*/ 826788 h 160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954545" h="1609113">
                <a:moveTo>
                  <a:pt x="1537691" y="0"/>
                </a:moveTo>
                <a:lnTo>
                  <a:pt x="1149752" y="664057"/>
                </a:lnTo>
                <a:cubicBezTo>
                  <a:pt x="1146661" y="669347"/>
                  <a:pt x="1140992" y="672599"/>
                  <a:pt x="1134867" y="672589"/>
                </a:cubicBezTo>
                <a:lnTo>
                  <a:pt x="1117660" y="672589"/>
                </a:lnTo>
                <a:cubicBezTo>
                  <a:pt x="1100671" y="672556"/>
                  <a:pt x="1086920" y="658762"/>
                  <a:pt x="1086953" y="641768"/>
                </a:cubicBezTo>
                <a:cubicBezTo>
                  <a:pt x="1086963" y="636360"/>
                  <a:pt x="1088399" y="631051"/>
                  <a:pt x="1091115" y="626372"/>
                </a:cubicBezTo>
                <a:lnTo>
                  <a:pt x="1456965" y="0"/>
                </a:lnTo>
                <a:lnTo>
                  <a:pt x="1418569" y="0"/>
                </a:lnTo>
                <a:lnTo>
                  <a:pt x="1030677" y="664057"/>
                </a:lnTo>
                <a:cubicBezTo>
                  <a:pt x="1027587" y="669347"/>
                  <a:pt x="1021917" y="672599"/>
                  <a:pt x="1015793" y="672589"/>
                </a:cubicBezTo>
                <a:lnTo>
                  <a:pt x="969576" y="672589"/>
                </a:lnTo>
                <a:cubicBezTo>
                  <a:pt x="916817" y="672589"/>
                  <a:pt x="919946" y="669461"/>
                  <a:pt x="894491" y="629501"/>
                </a:cubicBezTo>
                <a:lnTo>
                  <a:pt x="527029" y="0"/>
                </a:lnTo>
                <a:lnTo>
                  <a:pt x="488586" y="0"/>
                </a:lnTo>
                <a:lnTo>
                  <a:pt x="886432" y="681074"/>
                </a:lnTo>
                <a:cubicBezTo>
                  <a:pt x="889462" y="686241"/>
                  <a:pt x="889462" y="692640"/>
                  <a:pt x="886432" y="697807"/>
                </a:cubicBezTo>
                <a:cubicBezTo>
                  <a:pt x="876995" y="713516"/>
                  <a:pt x="856607" y="718598"/>
                  <a:pt x="840898" y="709155"/>
                </a:cubicBezTo>
                <a:cubicBezTo>
                  <a:pt x="836243" y="706359"/>
                  <a:pt x="832347" y="702462"/>
                  <a:pt x="829550" y="697807"/>
                </a:cubicBezTo>
                <a:lnTo>
                  <a:pt x="700142" y="476723"/>
                </a:lnTo>
                <a:cubicBezTo>
                  <a:pt x="694695" y="467443"/>
                  <a:pt x="684736" y="461743"/>
                  <a:pt x="673976" y="461744"/>
                </a:cubicBezTo>
                <a:lnTo>
                  <a:pt x="201092" y="461744"/>
                </a:lnTo>
                <a:cubicBezTo>
                  <a:pt x="195947" y="461700"/>
                  <a:pt x="191180" y="464437"/>
                  <a:pt x="188625" y="468902"/>
                </a:cubicBezTo>
                <a:lnTo>
                  <a:pt x="2002" y="788535"/>
                </a:lnTo>
                <a:cubicBezTo>
                  <a:pt x="-667" y="793019"/>
                  <a:pt x="-667" y="798603"/>
                  <a:pt x="2002" y="803087"/>
                </a:cubicBezTo>
                <a:lnTo>
                  <a:pt x="188625" y="1122673"/>
                </a:lnTo>
                <a:cubicBezTo>
                  <a:pt x="191168" y="1127157"/>
                  <a:pt x="195937" y="1129911"/>
                  <a:pt x="201092" y="1129878"/>
                </a:cubicBezTo>
                <a:lnTo>
                  <a:pt x="663642" y="1129878"/>
                </a:lnTo>
                <a:cubicBezTo>
                  <a:pt x="680882" y="1129854"/>
                  <a:pt x="696814" y="1120687"/>
                  <a:pt x="705498" y="1105797"/>
                </a:cubicBezTo>
                <a:lnTo>
                  <a:pt x="844482" y="867459"/>
                </a:lnTo>
                <a:cubicBezTo>
                  <a:pt x="848757" y="860193"/>
                  <a:pt x="858114" y="857770"/>
                  <a:pt x="865376" y="862046"/>
                </a:cubicBezTo>
                <a:cubicBezTo>
                  <a:pt x="867614" y="863364"/>
                  <a:pt x="869477" y="865227"/>
                  <a:pt x="870790" y="867459"/>
                </a:cubicBezTo>
                <a:lnTo>
                  <a:pt x="878753" y="881159"/>
                </a:lnTo>
                <a:cubicBezTo>
                  <a:pt x="884826" y="891521"/>
                  <a:pt x="884826" y="904357"/>
                  <a:pt x="878753" y="914719"/>
                </a:cubicBezTo>
                <a:lnTo>
                  <a:pt x="473180" y="1609114"/>
                </a:lnTo>
                <a:lnTo>
                  <a:pt x="522905" y="1609114"/>
                </a:lnTo>
                <a:cubicBezTo>
                  <a:pt x="522905" y="1609114"/>
                  <a:pt x="850976" y="1047066"/>
                  <a:pt x="912883" y="941075"/>
                </a:cubicBezTo>
                <a:cubicBezTo>
                  <a:pt x="920747" y="927575"/>
                  <a:pt x="935181" y="919256"/>
                  <a:pt x="950805" y="919223"/>
                </a:cubicBezTo>
                <a:lnTo>
                  <a:pt x="980384" y="919223"/>
                </a:lnTo>
                <a:cubicBezTo>
                  <a:pt x="1008266" y="919223"/>
                  <a:pt x="1034052" y="934017"/>
                  <a:pt x="1048121" y="958092"/>
                </a:cubicBezTo>
                <a:lnTo>
                  <a:pt x="1428713" y="1609114"/>
                </a:lnTo>
                <a:lnTo>
                  <a:pt x="1467299" y="1609114"/>
                </a:lnTo>
                <a:lnTo>
                  <a:pt x="1086565" y="957998"/>
                </a:lnTo>
                <a:cubicBezTo>
                  <a:pt x="1079364" y="945739"/>
                  <a:pt x="1083464" y="929969"/>
                  <a:pt x="1095723" y="922768"/>
                </a:cubicBezTo>
                <a:cubicBezTo>
                  <a:pt x="1099685" y="920441"/>
                  <a:pt x="1104198" y="919218"/>
                  <a:pt x="1108796" y="919223"/>
                </a:cubicBezTo>
                <a:lnTo>
                  <a:pt x="1131502" y="919223"/>
                </a:lnTo>
                <a:cubicBezTo>
                  <a:pt x="1136119" y="919246"/>
                  <a:pt x="1140385" y="921692"/>
                  <a:pt x="1142736" y="925669"/>
                </a:cubicBezTo>
                <a:lnTo>
                  <a:pt x="1542242" y="1609114"/>
                </a:lnTo>
                <a:lnTo>
                  <a:pt x="1591730" y="1609114"/>
                </a:lnTo>
                <a:lnTo>
                  <a:pt x="1180705" y="906140"/>
                </a:lnTo>
                <a:cubicBezTo>
                  <a:pt x="1177771" y="901134"/>
                  <a:pt x="1177771" y="894934"/>
                  <a:pt x="1180705" y="889928"/>
                </a:cubicBezTo>
                <a:lnTo>
                  <a:pt x="1202605" y="852433"/>
                </a:lnTo>
                <a:cubicBezTo>
                  <a:pt x="1205279" y="847930"/>
                  <a:pt x="1211095" y="846446"/>
                  <a:pt x="1215598" y="849120"/>
                </a:cubicBezTo>
                <a:cubicBezTo>
                  <a:pt x="1216963" y="849925"/>
                  <a:pt x="1218101" y="851068"/>
                  <a:pt x="1218912" y="852433"/>
                </a:cubicBezTo>
                <a:lnTo>
                  <a:pt x="1277026" y="951977"/>
                </a:lnTo>
                <a:cubicBezTo>
                  <a:pt x="1283829" y="963563"/>
                  <a:pt x="1296253" y="970687"/>
                  <a:pt x="1309687" y="970701"/>
                </a:cubicBezTo>
                <a:lnTo>
                  <a:pt x="1467394" y="970701"/>
                </a:lnTo>
                <a:cubicBezTo>
                  <a:pt x="1469825" y="970711"/>
                  <a:pt x="1472252" y="970507"/>
                  <a:pt x="1474646" y="970085"/>
                </a:cubicBezTo>
                <a:cubicBezTo>
                  <a:pt x="1497835" y="966573"/>
                  <a:pt x="1520854" y="977390"/>
                  <a:pt x="1532951" y="997484"/>
                </a:cubicBezTo>
                <a:lnTo>
                  <a:pt x="1909514" y="1608971"/>
                </a:lnTo>
                <a:lnTo>
                  <a:pt x="1954546" y="1608971"/>
                </a:lnTo>
                <a:lnTo>
                  <a:pt x="1554803" y="934059"/>
                </a:lnTo>
                <a:cubicBezTo>
                  <a:pt x="1541839" y="911823"/>
                  <a:pt x="1541839" y="884339"/>
                  <a:pt x="1554803" y="862103"/>
                </a:cubicBezTo>
                <a:lnTo>
                  <a:pt x="1575423" y="826788"/>
                </a:lnTo>
                <a:cubicBezTo>
                  <a:pt x="1586368" y="808027"/>
                  <a:pt x="1586368" y="784828"/>
                  <a:pt x="1575423" y="766066"/>
                </a:cubicBezTo>
                <a:lnTo>
                  <a:pt x="1512141" y="657847"/>
                </a:lnTo>
                <a:cubicBezTo>
                  <a:pt x="1499215" y="635672"/>
                  <a:pt x="1475476" y="622044"/>
                  <a:pt x="1449808" y="622058"/>
                </a:cubicBezTo>
                <a:lnTo>
                  <a:pt x="1321158" y="622058"/>
                </a:lnTo>
                <a:cubicBezTo>
                  <a:pt x="1300604" y="622068"/>
                  <a:pt x="1281606" y="632989"/>
                  <a:pt x="1271243" y="650737"/>
                </a:cubicBezTo>
                <a:lnTo>
                  <a:pt x="1226780" y="726912"/>
                </a:lnTo>
                <a:cubicBezTo>
                  <a:pt x="1221675" y="735606"/>
                  <a:pt x="1210493" y="738511"/>
                  <a:pt x="1201804" y="733411"/>
                </a:cubicBezTo>
                <a:cubicBezTo>
                  <a:pt x="1199116" y="731832"/>
                  <a:pt x="1196879" y="729595"/>
                  <a:pt x="1195305" y="726912"/>
                </a:cubicBezTo>
                <a:lnTo>
                  <a:pt x="1178477" y="698092"/>
                </a:lnTo>
                <a:cubicBezTo>
                  <a:pt x="1175349" y="692716"/>
                  <a:pt x="1175349" y="686070"/>
                  <a:pt x="1178477" y="680695"/>
                </a:cubicBezTo>
                <a:lnTo>
                  <a:pt x="1576040" y="0"/>
                </a:lnTo>
                <a:close/>
                <a:moveTo>
                  <a:pt x="816467" y="802756"/>
                </a:moveTo>
                <a:lnTo>
                  <a:pt x="680612" y="1035500"/>
                </a:lnTo>
                <a:cubicBezTo>
                  <a:pt x="667022" y="1058689"/>
                  <a:pt x="642169" y="1072953"/>
                  <a:pt x="615292" y="1072995"/>
                </a:cubicBezTo>
                <a:lnTo>
                  <a:pt x="250864" y="1072995"/>
                </a:lnTo>
                <a:cubicBezTo>
                  <a:pt x="235125" y="1072976"/>
                  <a:pt x="220573" y="1064624"/>
                  <a:pt x="212610" y="1051048"/>
                </a:cubicBezTo>
                <a:lnTo>
                  <a:pt x="67844" y="803087"/>
                </a:lnTo>
                <a:cubicBezTo>
                  <a:pt x="65236" y="798570"/>
                  <a:pt x="65236" y="793005"/>
                  <a:pt x="67844" y="788487"/>
                </a:cubicBezTo>
                <a:lnTo>
                  <a:pt x="221238" y="525785"/>
                </a:lnTo>
                <a:cubicBezTo>
                  <a:pt x="223801" y="521305"/>
                  <a:pt x="228591" y="518565"/>
                  <a:pt x="233752" y="518627"/>
                </a:cubicBezTo>
                <a:lnTo>
                  <a:pt x="650417" y="518627"/>
                </a:lnTo>
                <a:cubicBezTo>
                  <a:pt x="655560" y="518584"/>
                  <a:pt x="660329" y="521319"/>
                  <a:pt x="662884" y="525785"/>
                </a:cubicBezTo>
                <a:lnTo>
                  <a:pt x="816467" y="788819"/>
                </a:lnTo>
                <a:cubicBezTo>
                  <a:pt x="818974" y="793128"/>
                  <a:pt x="818974" y="798447"/>
                  <a:pt x="816467" y="802756"/>
                </a:cubicBezTo>
                <a:close/>
                <a:moveTo>
                  <a:pt x="1181132" y="804604"/>
                </a:moveTo>
                <a:lnTo>
                  <a:pt x="1145391" y="865800"/>
                </a:lnTo>
                <a:cubicBezTo>
                  <a:pt x="1141461" y="872532"/>
                  <a:pt x="1134223" y="876637"/>
                  <a:pt x="1126430" y="876561"/>
                </a:cubicBezTo>
                <a:lnTo>
                  <a:pt x="958626" y="876561"/>
                </a:lnTo>
                <a:cubicBezTo>
                  <a:pt x="937935" y="876551"/>
                  <a:pt x="918808" y="865559"/>
                  <a:pt x="908380" y="847693"/>
                </a:cubicBezTo>
                <a:lnTo>
                  <a:pt x="887570" y="812046"/>
                </a:lnTo>
                <a:cubicBezTo>
                  <a:pt x="884688" y="807164"/>
                  <a:pt x="883162" y="801599"/>
                  <a:pt x="883162" y="795930"/>
                </a:cubicBezTo>
                <a:lnTo>
                  <a:pt x="883162" y="795930"/>
                </a:lnTo>
                <a:cubicBezTo>
                  <a:pt x="883162" y="790246"/>
                  <a:pt x="884683" y="784662"/>
                  <a:pt x="887570" y="779765"/>
                </a:cubicBezTo>
                <a:lnTo>
                  <a:pt x="915632" y="731700"/>
                </a:lnTo>
                <a:cubicBezTo>
                  <a:pt x="921543" y="721579"/>
                  <a:pt x="932356" y="715327"/>
                  <a:pt x="944074" y="715251"/>
                </a:cubicBezTo>
                <a:lnTo>
                  <a:pt x="1128942" y="715251"/>
                </a:lnTo>
                <a:cubicBezTo>
                  <a:pt x="1135066" y="715261"/>
                  <a:pt x="1140717" y="718531"/>
                  <a:pt x="1143779" y="723831"/>
                </a:cubicBezTo>
                <a:lnTo>
                  <a:pt x="1180847" y="787208"/>
                </a:lnTo>
                <a:cubicBezTo>
                  <a:pt x="1184061" y="792536"/>
                  <a:pt x="1184170" y="799177"/>
                  <a:pt x="1181132" y="804604"/>
                </a:cubicBezTo>
                <a:close/>
                <a:moveTo>
                  <a:pt x="1525888" y="826788"/>
                </a:moveTo>
                <a:lnTo>
                  <a:pt x="1485264" y="896375"/>
                </a:lnTo>
                <a:cubicBezTo>
                  <a:pt x="1473779" y="916013"/>
                  <a:pt x="1452742" y="928082"/>
                  <a:pt x="1429993" y="928087"/>
                </a:cubicBezTo>
                <a:lnTo>
                  <a:pt x="1339123" y="928087"/>
                </a:lnTo>
                <a:cubicBezTo>
                  <a:pt x="1322632" y="928101"/>
                  <a:pt x="1307373" y="919346"/>
                  <a:pt x="1299068" y="905097"/>
                </a:cubicBezTo>
                <a:lnTo>
                  <a:pt x="1239531" y="803182"/>
                </a:lnTo>
                <a:cubicBezTo>
                  <a:pt x="1237109" y="798987"/>
                  <a:pt x="1237109" y="793820"/>
                  <a:pt x="1239531" y="789625"/>
                </a:cubicBezTo>
                <a:lnTo>
                  <a:pt x="1292669" y="698660"/>
                </a:lnTo>
                <a:cubicBezTo>
                  <a:pt x="1304946" y="677652"/>
                  <a:pt x="1327448" y="664730"/>
                  <a:pt x="1351780" y="664720"/>
                </a:cubicBezTo>
                <a:lnTo>
                  <a:pt x="1433359" y="664720"/>
                </a:lnTo>
                <a:cubicBezTo>
                  <a:pt x="1454078" y="664668"/>
                  <a:pt x="1473257" y="675647"/>
                  <a:pt x="1483700" y="693541"/>
                </a:cubicBezTo>
                <a:lnTo>
                  <a:pt x="1526030" y="766066"/>
                </a:lnTo>
                <a:cubicBezTo>
                  <a:pt x="1536933" y="784852"/>
                  <a:pt x="1536876" y="808055"/>
                  <a:pt x="1525888" y="826788"/>
                </a:cubicBezTo>
                <a:close/>
              </a:path>
            </a:pathLst>
          </a:custGeom>
          <a:solidFill>
            <a:srgbClr val="ECECEC">
              <a:alpha val="12157"/>
            </a:srgbClr>
          </a:solidFill>
          <a:ln w="47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Calibri Light"/>
            </a:endParaRPr>
          </a:p>
        </p:txBody>
      </p:sp>
      <p:pic>
        <p:nvPicPr>
          <p:cNvPr id="5" name="Grafik 5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4BBF0A5A-9B8D-97D6-AD84-6EF74F484E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77" b="44515"/>
          <a:stretch/>
        </p:blipFill>
        <p:spPr>
          <a:xfrm>
            <a:off x="9112737" y="434101"/>
            <a:ext cx="2604549" cy="55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7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rennfolie_Ameise_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8F8CE8F-3EC1-82EB-E4DE-154DB1317F2F}"/>
              </a:ext>
            </a:extLst>
          </p:cNvPr>
          <p:cNvSpPr/>
          <p:nvPr userDrawn="1"/>
        </p:nvSpPr>
        <p:spPr>
          <a:xfrm rot="5400000">
            <a:off x="2667000" y="-2668403"/>
            <a:ext cx="6858001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9974F97-F135-9739-CB56-32626E40C8A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0212" b="50577"/>
          <a:stretch/>
        </p:blipFill>
        <p:spPr>
          <a:xfrm>
            <a:off x="677335" y="-6527"/>
            <a:ext cx="11313383" cy="4537477"/>
          </a:xfrm>
          <a:custGeom>
            <a:avLst/>
            <a:gdLst>
              <a:gd name="connsiteX0" fmla="*/ 0 w 3393479"/>
              <a:gd name="connsiteY0" fmla="*/ 0 h 1380001"/>
              <a:gd name="connsiteX1" fmla="*/ 3393479 w 3393479"/>
              <a:gd name="connsiteY1" fmla="*/ 0 h 1380001"/>
              <a:gd name="connsiteX2" fmla="*/ 3393479 w 3393479"/>
              <a:gd name="connsiteY2" fmla="*/ 1380001 h 1380001"/>
              <a:gd name="connsiteX3" fmla="*/ 0 w 3393479"/>
              <a:gd name="connsiteY3" fmla="*/ 1380001 h 13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3479" h="1380001">
                <a:moveTo>
                  <a:pt x="0" y="0"/>
                </a:moveTo>
                <a:lnTo>
                  <a:pt x="3393479" y="0"/>
                </a:lnTo>
                <a:lnTo>
                  <a:pt x="3393479" y="1380001"/>
                </a:lnTo>
                <a:lnTo>
                  <a:pt x="0" y="1380001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335" y="5833739"/>
            <a:ext cx="91193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A902701-257C-E95C-5E68-A55D5D5CB40F}"/>
              </a:ext>
            </a:extLst>
          </p:cNvPr>
          <p:cNvCxnSpPr>
            <a:cxnSpLocks/>
          </p:cNvCxnSpPr>
          <p:nvPr userDrawn="1"/>
        </p:nvCxnSpPr>
        <p:spPr>
          <a:xfrm flipV="1">
            <a:off x="677335" y="4527448"/>
            <a:ext cx="10209202" cy="1725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6" name="Grafik 15" descr="Ein Bild, das Text, Screenshot, Schwarz, Design enthält.&#10;&#10;Automatisch generierte Beschreibung">
            <a:extLst>
              <a:ext uri="{FF2B5EF4-FFF2-40B4-BE49-F238E27FC236}">
                <a16:creationId xmlns:a16="http://schemas.microsoft.com/office/drawing/2014/main" id="{7821F4E7-4AD0-924A-0CEB-39E0581092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52939" r="-152301" b="87328"/>
          <a:stretch/>
        </p:blipFill>
        <p:spPr>
          <a:xfrm>
            <a:off x="2667000" y="2700866"/>
            <a:ext cx="6858000" cy="1783423"/>
          </a:xfrm>
          <a:prstGeom prst="rect">
            <a:avLst/>
          </a:prstGeom>
        </p:spPr>
      </p:pic>
      <p:pic>
        <p:nvPicPr>
          <p:cNvPr id="20" name="Grafik 19" descr="Ein Bild, das Screenshot, Schwarz, Dunkelheit, Text enthält.&#10;&#10;Automatisch generierte Beschreibung">
            <a:extLst>
              <a:ext uri="{FF2B5EF4-FFF2-40B4-BE49-F238E27FC236}">
                <a16:creationId xmlns:a16="http://schemas.microsoft.com/office/drawing/2014/main" id="{7113A0ED-A7CE-6A98-C64A-4838E4BD91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2" t="42449" r="25964" b="43674"/>
          <a:stretch/>
        </p:blipFill>
        <p:spPr>
          <a:xfrm>
            <a:off x="9855504" y="241610"/>
            <a:ext cx="2062066" cy="61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60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rennfolie_ohneAmeise_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8F8CE8F-3EC1-82EB-E4DE-154DB1317F2F}"/>
              </a:ext>
            </a:extLst>
          </p:cNvPr>
          <p:cNvSpPr/>
          <p:nvPr userDrawn="1"/>
        </p:nvSpPr>
        <p:spPr>
          <a:xfrm rot="5400000">
            <a:off x="2666998" y="-2667001"/>
            <a:ext cx="6857999" cy="12192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335" y="5833739"/>
            <a:ext cx="91193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A902701-257C-E95C-5E68-A55D5D5CB40F}"/>
              </a:ext>
            </a:extLst>
          </p:cNvPr>
          <p:cNvCxnSpPr>
            <a:cxnSpLocks/>
          </p:cNvCxnSpPr>
          <p:nvPr userDrawn="1"/>
        </p:nvCxnSpPr>
        <p:spPr>
          <a:xfrm flipV="1">
            <a:off x="677335" y="4527448"/>
            <a:ext cx="10209202" cy="1725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20ACBCA4-7AB0-2978-5658-2980AC8378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0432" y="213265"/>
            <a:ext cx="2295245" cy="66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5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folie_bu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6171A05-D2EB-DB7A-B5DF-FFE60E3419BB}"/>
              </a:ext>
            </a:extLst>
          </p:cNvPr>
          <p:cNvSpPr/>
          <p:nvPr userDrawn="1"/>
        </p:nvSpPr>
        <p:spPr>
          <a:xfrm>
            <a:off x="7384211" y="0"/>
            <a:ext cx="480778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8B76830-09CB-D247-2914-A3887ED22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78EF0D96-DD7C-5208-445A-6300ECF9616B}"/>
              </a:ext>
            </a:extLst>
          </p:cNvPr>
          <p:cNvSpPr/>
          <p:nvPr userDrawn="1"/>
        </p:nvSpPr>
        <p:spPr>
          <a:xfrm rot="10800000">
            <a:off x="11766430" y="-1"/>
            <a:ext cx="688316" cy="2887931"/>
          </a:xfrm>
          <a:prstGeom prst="triangle">
            <a:avLst>
              <a:gd name="adj" fmla="val 37329"/>
            </a:avLst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6AE43F-527C-3EF7-7188-16E21CF26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064A1D4-D3C1-7474-8D5D-27CB26BEE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CCB1045-F1DD-4072-08ED-FDE7A385F16E}"/>
              </a:ext>
            </a:extLst>
          </p:cNvPr>
          <p:cNvSpPr txBox="1">
            <a:spLocks/>
          </p:cNvSpPr>
          <p:nvPr userDrawn="1"/>
        </p:nvSpPr>
        <p:spPr>
          <a:xfrm>
            <a:off x="677335" y="5833739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89C88E4-CCFA-F061-3288-6187A1D0F1AE}"/>
              </a:ext>
            </a:extLst>
          </p:cNvPr>
          <p:cNvCxnSpPr>
            <a:cxnSpLocks/>
          </p:cNvCxnSpPr>
          <p:nvPr userDrawn="1"/>
        </p:nvCxnSpPr>
        <p:spPr>
          <a:xfrm flipV="1">
            <a:off x="677334" y="4527448"/>
            <a:ext cx="9648485" cy="1867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Grafik 5" descr="Ein Bild, das Schwarz, Screenshot, Dunkelheit, Design enthält.&#10;&#10;Automatisch generierte Beschreibung">
            <a:extLst>
              <a:ext uri="{FF2B5EF4-FFF2-40B4-BE49-F238E27FC236}">
                <a16:creationId xmlns:a16="http://schemas.microsoft.com/office/drawing/2014/main" id="{D107CC10-39FC-BA08-82B0-0591713253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40" b="39168"/>
          <a:stretch/>
        </p:blipFill>
        <p:spPr>
          <a:xfrm>
            <a:off x="8825068" y="5977472"/>
            <a:ext cx="2658338" cy="66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9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nnfolie_bu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335" y="6144879"/>
            <a:ext cx="911939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B22C450-86C8-4D82-A5F6-B9931619A05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0212" b="50577"/>
          <a:stretch/>
        </p:blipFill>
        <p:spPr>
          <a:xfrm rot="16200000">
            <a:off x="7313707" y="2050070"/>
            <a:ext cx="6998733" cy="2757854"/>
          </a:xfrm>
          <a:custGeom>
            <a:avLst/>
            <a:gdLst>
              <a:gd name="connsiteX0" fmla="*/ 0 w 3393479"/>
              <a:gd name="connsiteY0" fmla="*/ 0 h 1380001"/>
              <a:gd name="connsiteX1" fmla="*/ 3393479 w 3393479"/>
              <a:gd name="connsiteY1" fmla="*/ 0 h 1380001"/>
              <a:gd name="connsiteX2" fmla="*/ 3393479 w 3393479"/>
              <a:gd name="connsiteY2" fmla="*/ 1380001 h 1380001"/>
              <a:gd name="connsiteX3" fmla="*/ 0 w 3393479"/>
              <a:gd name="connsiteY3" fmla="*/ 1380001 h 13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3479" h="1380001">
                <a:moveTo>
                  <a:pt x="0" y="0"/>
                </a:moveTo>
                <a:lnTo>
                  <a:pt x="3393479" y="0"/>
                </a:lnTo>
                <a:lnTo>
                  <a:pt x="3393479" y="1380001"/>
                </a:lnTo>
                <a:lnTo>
                  <a:pt x="0" y="1380001"/>
                </a:lnTo>
                <a:close/>
              </a:path>
            </a:pathLst>
          </a:custGeom>
        </p:spPr>
      </p:pic>
      <p:pic>
        <p:nvPicPr>
          <p:cNvPr id="5" name="Grafik 4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2B15E75B-2316-E5F9-23B1-3970724630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5" t="34246" r="13321" b="54342"/>
          <a:stretch/>
        </p:blipFill>
        <p:spPr>
          <a:xfrm>
            <a:off x="9508790" y="111966"/>
            <a:ext cx="1417358" cy="24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16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_Content_schl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21BB8AD-CEA9-0910-445C-A6671BA106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8957"/>
            <a:ext cx="8596668" cy="63260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77334" y="6065837"/>
            <a:ext cx="911939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7633D7F-E0A1-5840-D83B-AC378B2DBC50}"/>
              </a:ext>
            </a:extLst>
          </p:cNvPr>
          <p:cNvCxnSpPr>
            <a:cxnSpLocks/>
          </p:cNvCxnSpPr>
          <p:nvPr userDrawn="1"/>
        </p:nvCxnSpPr>
        <p:spPr>
          <a:xfrm flipV="1">
            <a:off x="677334" y="707819"/>
            <a:ext cx="10209202" cy="1725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34C36DB-DB48-AC0A-FCA7-000F4D5D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7863" y="1552575"/>
            <a:ext cx="10209212" cy="4046538"/>
          </a:xfrm>
        </p:spPr>
        <p:txBody>
          <a:bodyPr/>
          <a:lstStyle>
            <a:lvl1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5" name="Grafik 5" descr="Ein Bild, das Schwarz, Screenshot, Dunkelheit, Design enthält.&#10;&#10;Automatisch generierte Beschreibung">
            <a:extLst>
              <a:ext uri="{FF2B5EF4-FFF2-40B4-BE49-F238E27FC236}">
                <a16:creationId xmlns:a16="http://schemas.microsoft.com/office/drawing/2014/main" id="{B278718C-19F7-05E6-BE5B-A412869B98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40" b="39168"/>
          <a:stretch/>
        </p:blipFill>
        <p:spPr>
          <a:xfrm>
            <a:off x="8825068" y="5977472"/>
            <a:ext cx="2658338" cy="66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70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_Content_bu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6171A05-D2EB-DB7A-B5DF-FFE60E3419BB}"/>
              </a:ext>
            </a:extLst>
          </p:cNvPr>
          <p:cNvSpPr/>
          <p:nvPr userDrawn="1"/>
        </p:nvSpPr>
        <p:spPr>
          <a:xfrm>
            <a:off x="7384211" y="0"/>
            <a:ext cx="480778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B450BD-1B01-AAB6-D647-0C83C383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8B76830-09CB-D247-2914-A3887ED22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78EF0D96-DD7C-5208-445A-6300ECF9616B}"/>
              </a:ext>
            </a:extLst>
          </p:cNvPr>
          <p:cNvSpPr/>
          <p:nvPr userDrawn="1"/>
        </p:nvSpPr>
        <p:spPr>
          <a:xfrm rot="10800000">
            <a:off x="11766430" y="-1"/>
            <a:ext cx="688316" cy="2887931"/>
          </a:xfrm>
          <a:prstGeom prst="triangle">
            <a:avLst>
              <a:gd name="adj" fmla="val 37329"/>
            </a:avLst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6" name="Grafik 5" descr="Ein Bild, das Schwarz, Screenshot, Dunkelheit, Design enthält.&#10;&#10;Automatisch generierte Beschreibung">
            <a:extLst>
              <a:ext uri="{FF2B5EF4-FFF2-40B4-BE49-F238E27FC236}">
                <a16:creationId xmlns:a16="http://schemas.microsoft.com/office/drawing/2014/main" id="{A690F497-00B5-FE3F-DB62-D6B5A3D17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40" b="39168"/>
          <a:stretch/>
        </p:blipFill>
        <p:spPr>
          <a:xfrm>
            <a:off x="8825068" y="5977472"/>
            <a:ext cx="2658338" cy="66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0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_Content_bun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6171A05-D2EB-DB7A-B5DF-FFE60E3419BB}"/>
              </a:ext>
            </a:extLst>
          </p:cNvPr>
          <p:cNvSpPr/>
          <p:nvPr userDrawn="1"/>
        </p:nvSpPr>
        <p:spPr>
          <a:xfrm>
            <a:off x="7384211" y="-2"/>
            <a:ext cx="480778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9B450BD-1B01-AAB6-D647-0C83C383F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87930"/>
            <a:ext cx="3515104" cy="1320800"/>
          </a:xfrm>
        </p:spPr>
        <p:txBody>
          <a:bodyPr>
            <a:normAutofit/>
          </a:bodyPr>
          <a:lstStyle>
            <a:lvl1pPr>
              <a:defRPr sz="3600">
                <a:solidFill>
                  <a:sysClr val="windowText" lastClr="000000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8B76830-09CB-D247-2914-A3887ED22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78EF0D96-DD7C-5208-445A-6300ECF9616B}"/>
              </a:ext>
            </a:extLst>
          </p:cNvPr>
          <p:cNvSpPr/>
          <p:nvPr userDrawn="1"/>
        </p:nvSpPr>
        <p:spPr>
          <a:xfrm rot="10800000">
            <a:off x="11766430" y="-1"/>
            <a:ext cx="688316" cy="2887931"/>
          </a:xfrm>
          <a:prstGeom prst="triangle">
            <a:avLst>
              <a:gd name="adj" fmla="val 37329"/>
            </a:avLst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D3A21F9-6D6C-69D5-1D2C-40F2F02F07E1}"/>
              </a:ext>
            </a:extLst>
          </p:cNvPr>
          <p:cNvCxnSpPr/>
          <p:nvPr userDrawn="1"/>
        </p:nvCxnSpPr>
        <p:spPr>
          <a:xfrm>
            <a:off x="4865298" y="1928003"/>
            <a:ext cx="0" cy="300199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4F77428-7645-C17B-F3B2-B7446100FE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10175" y="1927225"/>
            <a:ext cx="4951742" cy="3109913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pic>
        <p:nvPicPr>
          <p:cNvPr id="6" name="Grafik 5" descr="Ein Bild, das Schwarz, Screenshot, Dunkelheit, Design enthält.&#10;&#10;Automatisch generierte Beschreibung">
            <a:extLst>
              <a:ext uri="{FF2B5EF4-FFF2-40B4-BE49-F238E27FC236}">
                <a16:creationId xmlns:a16="http://schemas.microsoft.com/office/drawing/2014/main" id="{107862EC-DB2E-F58D-1F00-5AD186C917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40" b="39168"/>
          <a:stretch/>
        </p:blipFill>
        <p:spPr>
          <a:xfrm>
            <a:off x="8825068" y="5977472"/>
            <a:ext cx="2658338" cy="66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8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lie_Content_bun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77334" y="6065837"/>
            <a:ext cx="911939" cy="36512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9EB751F-5FA2-795F-7BE7-34D18A7874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0212" b="50577"/>
          <a:stretch/>
        </p:blipFill>
        <p:spPr>
          <a:xfrm rot="16200000">
            <a:off x="7313707" y="2050070"/>
            <a:ext cx="6998733" cy="2757854"/>
          </a:xfrm>
          <a:custGeom>
            <a:avLst/>
            <a:gdLst>
              <a:gd name="connsiteX0" fmla="*/ 0 w 3393479"/>
              <a:gd name="connsiteY0" fmla="*/ 0 h 1380001"/>
              <a:gd name="connsiteX1" fmla="*/ 3393479 w 3393479"/>
              <a:gd name="connsiteY1" fmla="*/ 0 h 1380001"/>
              <a:gd name="connsiteX2" fmla="*/ 3393479 w 3393479"/>
              <a:gd name="connsiteY2" fmla="*/ 1380001 h 1380001"/>
              <a:gd name="connsiteX3" fmla="*/ 0 w 3393479"/>
              <a:gd name="connsiteY3" fmla="*/ 1380001 h 13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3479" h="1380001">
                <a:moveTo>
                  <a:pt x="0" y="0"/>
                </a:moveTo>
                <a:lnTo>
                  <a:pt x="3393479" y="0"/>
                </a:lnTo>
                <a:lnTo>
                  <a:pt x="3393479" y="1380001"/>
                </a:lnTo>
                <a:lnTo>
                  <a:pt x="0" y="1380001"/>
                </a:lnTo>
                <a:close/>
              </a:path>
            </a:pathLst>
          </a:custGeom>
        </p:spPr>
      </p:pic>
      <p:pic>
        <p:nvPicPr>
          <p:cNvPr id="4" name="Grafik 3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23840C9F-0670-CA1A-6BC5-2F76637C38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5" t="34246" r="13321" b="54342"/>
          <a:stretch/>
        </p:blipFill>
        <p:spPr>
          <a:xfrm>
            <a:off x="9508790" y="111966"/>
            <a:ext cx="1417358" cy="24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6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olie_Content_bunt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7334" y="6088987"/>
            <a:ext cx="911939" cy="365125"/>
          </a:xfrm>
        </p:spPr>
        <p:txBody>
          <a:bodyPr/>
          <a:lstStyle/>
          <a:p>
            <a:fld id="{3411A8CA-897D-4B4C-BFFA-76ADCF9D5F1F}" type="datetimeFigureOut">
              <a:rPr lang="de-AT" smtClean="0"/>
              <a:t>08.09.2026</a:t>
            </a:fld>
            <a:endParaRPr lang="de-AT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8F0EE08-177B-FB95-C7CD-35004F83A7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0212" b="50577"/>
          <a:stretch/>
        </p:blipFill>
        <p:spPr>
          <a:xfrm rot="16200000">
            <a:off x="7313707" y="2050070"/>
            <a:ext cx="6998733" cy="2757854"/>
          </a:xfrm>
          <a:custGeom>
            <a:avLst/>
            <a:gdLst>
              <a:gd name="connsiteX0" fmla="*/ 0 w 3393479"/>
              <a:gd name="connsiteY0" fmla="*/ 0 h 1380001"/>
              <a:gd name="connsiteX1" fmla="*/ 3393479 w 3393479"/>
              <a:gd name="connsiteY1" fmla="*/ 0 h 1380001"/>
              <a:gd name="connsiteX2" fmla="*/ 3393479 w 3393479"/>
              <a:gd name="connsiteY2" fmla="*/ 1380001 h 1380001"/>
              <a:gd name="connsiteX3" fmla="*/ 0 w 3393479"/>
              <a:gd name="connsiteY3" fmla="*/ 1380001 h 13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3479" h="1380001">
                <a:moveTo>
                  <a:pt x="0" y="0"/>
                </a:moveTo>
                <a:lnTo>
                  <a:pt x="3393479" y="0"/>
                </a:lnTo>
                <a:lnTo>
                  <a:pt x="3393479" y="1380001"/>
                </a:lnTo>
                <a:lnTo>
                  <a:pt x="0" y="1380001"/>
                </a:lnTo>
                <a:close/>
              </a:path>
            </a:pathLst>
          </a:custGeom>
        </p:spPr>
      </p:pic>
      <p:pic>
        <p:nvPicPr>
          <p:cNvPr id="6" name="Grafik 5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2CE5EF8E-C465-4DA4-EAF0-2D57ADC38E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5" t="34246" r="13321" b="54342"/>
          <a:stretch/>
        </p:blipFill>
        <p:spPr>
          <a:xfrm>
            <a:off x="9508790" y="111966"/>
            <a:ext cx="1417358" cy="24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lie_Content_bunt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>
            <a:lvl1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75745" y="6065837"/>
            <a:ext cx="911939" cy="365125"/>
          </a:xfrm>
        </p:spPr>
        <p:txBody>
          <a:bodyPr/>
          <a:lstStyle/>
          <a:p>
            <a:fld id="{3411A8CA-897D-4B4C-BFFA-76ADCF9D5F1F}" type="datetimeFigureOut">
              <a:rPr lang="de-AT" smtClean="0"/>
              <a:t>08.09.2026</a:t>
            </a:fld>
            <a:endParaRPr lang="de-AT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E7EE424-C11B-D2F4-A58B-1ED24C6B3D2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0212" b="50577"/>
          <a:stretch/>
        </p:blipFill>
        <p:spPr>
          <a:xfrm rot="16200000">
            <a:off x="7313707" y="2050070"/>
            <a:ext cx="6998733" cy="2757854"/>
          </a:xfrm>
          <a:custGeom>
            <a:avLst/>
            <a:gdLst>
              <a:gd name="connsiteX0" fmla="*/ 0 w 3393479"/>
              <a:gd name="connsiteY0" fmla="*/ 0 h 1380001"/>
              <a:gd name="connsiteX1" fmla="*/ 3393479 w 3393479"/>
              <a:gd name="connsiteY1" fmla="*/ 0 h 1380001"/>
              <a:gd name="connsiteX2" fmla="*/ 3393479 w 3393479"/>
              <a:gd name="connsiteY2" fmla="*/ 1380001 h 1380001"/>
              <a:gd name="connsiteX3" fmla="*/ 0 w 3393479"/>
              <a:gd name="connsiteY3" fmla="*/ 1380001 h 13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3479" h="1380001">
                <a:moveTo>
                  <a:pt x="0" y="0"/>
                </a:moveTo>
                <a:lnTo>
                  <a:pt x="3393479" y="0"/>
                </a:lnTo>
                <a:lnTo>
                  <a:pt x="3393479" y="1380001"/>
                </a:lnTo>
                <a:lnTo>
                  <a:pt x="0" y="1380001"/>
                </a:lnTo>
                <a:close/>
              </a:path>
            </a:pathLst>
          </a:custGeom>
        </p:spPr>
      </p:pic>
      <p:pic>
        <p:nvPicPr>
          <p:cNvPr id="8" name="Grafik 7" descr="Ein Bild, das Text, Schrift, Screenshot, Grafiken enthält.&#10;&#10;Automatisch generierte Beschreibung">
            <a:extLst>
              <a:ext uri="{FF2B5EF4-FFF2-40B4-BE49-F238E27FC236}">
                <a16:creationId xmlns:a16="http://schemas.microsoft.com/office/drawing/2014/main" id="{B42F210B-9E78-F594-653F-A01A46232A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5" t="34246" r="13321" b="54342"/>
          <a:stretch/>
        </p:blipFill>
        <p:spPr>
          <a:xfrm>
            <a:off x="9508790" y="111966"/>
            <a:ext cx="1417358" cy="24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36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21BB8AD-CEA9-0910-445C-A6671BA106A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2604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34C36DB-DB48-AC0A-FCA7-000F4D5D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7863" y="1552575"/>
            <a:ext cx="10209212" cy="4046538"/>
          </a:xfrm>
        </p:spPr>
        <p:txBody>
          <a:bodyPr/>
          <a:lstStyle>
            <a:lvl1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chemeClr val="accent2"/>
              </a:buCl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05612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684E0E8-EDF7-418B-A510-EEAAC2A381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519454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684E0E8-EDF7-418B-A510-EEAAC2A381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F50AE3E0-4043-4DF5-A300-67C27C0D70C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95385" cy="158750"/>
          </a:xfrm>
          <a:prstGeom prst="rect">
            <a:avLst/>
          </a:pr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AT" sz="3000" b="0" i="0" baseline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1CC4621-AC9B-46EE-BCED-A4DAF378E03C}"/>
              </a:ext>
            </a:extLst>
          </p:cNvPr>
          <p:cNvSpPr/>
          <p:nvPr userDrawn="1"/>
        </p:nvSpPr>
        <p:spPr>
          <a:xfrm rot="5400000">
            <a:off x="-2691144" y="2691145"/>
            <a:ext cx="6858001" cy="1475715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6E6E7430-CB3F-4853-9313-0A2E4966DC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-538956" y="1173983"/>
            <a:ext cx="1628775" cy="17218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ADADF355-4476-4BB3-A9E5-289A2AA5249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822" b="50577"/>
          <a:stretch/>
        </p:blipFill>
        <p:spPr>
          <a:xfrm>
            <a:off x="9386891" y="5659481"/>
            <a:ext cx="2805109" cy="1198519"/>
          </a:xfrm>
          <a:custGeom>
            <a:avLst/>
            <a:gdLst>
              <a:gd name="connsiteX0" fmla="*/ 0 w 3393479"/>
              <a:gd name="connsiteY0" fmla="*/ 0 h 1380001"/>
              <a:gd name="connsiteX1" fmla="*/ 3393479 w 3393479"/>
              <a:gd name="connsiteY1" fmla="*/ 0 h 1380001"/>
              <a:gd name="connsiteX2" fmla="*/ 3393479 w 3393479"/>
              <a:gd name="connsiteY2" fmla="*/ 1380001 h 1380001"/>
              <a:gd name="connsiteX3" fmla="*/ 0 w 3393479"/>
              <a:gd name="connsiteY3" fmla="*/ 1380001 h 13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3479" h="1380001">
                <a:moveTo>
                  <a:pt x="0" y="0"/>
                </a:moveTo>
                <a:lnTo>
                  <a:pt x="3393479" y="0"/>
                </a:lnTo>
                <a:lnTo>
                  <a:pt x="3393479" y="1380001"/>
                </a:lnTo>
                <a:lnTo>
                  <a:pt x="0" y="1380001"/>
                </a:lnTo>
                <a:close/>
              </a:path>
            </a:pathLst>
          </a:custGeom>
        </p:spPr>
      </p:pic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de-DE"/>
              <a:t>Advisory Board TransANT  I  Gammer/Grundnig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5961348" y="6619571"/>
            <a:ext cx="269304" cy="169277"/>
          </a:xfrm>
        </p:spPr>
        <p:txBody>
          <a:bodyPr/>
          <a:lstStyle/>
          <a:p>
            <a:fld id="{55D3040F-B080-418D-B493-8E10620588E5}" type="slidenum">
              <a:rPr lang="de-AT" smtClean="0"/>
              <a:t>‹#›</a:t>
            </a:fld>
            <a:endParaRPr lang="de-AT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EB8E04D-D192-47EB-BB34-268BE8565C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01785" y="1785408"/>
            <a:ext cx="8222798" cy="575542"/>
          </a:xfrm>
        </p:spPr>
        <p:txBody>
          <a:bodyPr anchor="ctr"/>
          <a:lstStyle>
            <a:lvl1pPr>
              <a:defRPr sz="2000"/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XX</a:t>
            </a:r>
          </a:p>
          <a:p>
            <a:pPr lvl="1"/>
            <a:r>
              <a:rPr lang="de-DE"/>
              <a:t>Detaillierte Beschreibung bei Bedarf</a:t>
            </a:r>
          </a:p>
        </p:txBody>
      </p:sp>
      <p:sp>
        <p:nvSpPr>
          <p:cNvPr id="35" name="Textplatzhalter 12">
            <a:extLst>
              <a:ext uri="{FF2B5EF4-FFF2-40B4-BE49-F238E27FC236}">
                <a16:creationId xmlns:a16="http://schemas.microsoft.com/office/drawing/2014/main" id="{9B69E857-93F8-4C5A-A018-172FBFD53303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1138426" y="1731179"/>
            <a:ext cx="684000" cy="684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txBody>
          <a:bodyPr wrap="none" anchor="ctr">
            <a:noAutofit/>
          </a:bodyPr>
          <a:lstStyle>
            <a:lvl1pPr algn="ctr">
              <a:lnSpc>
                <a:spcPct val="100000"/>
              </a:lnSpc>
              <a:defRPr sz="3000"/>
            </a:lvl1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37" name="Textplatzhalter 12">
            <a:extLst>
              <a:ext uri="{FF2B5EF4-FFF2-40B4-BE49-F238E27FC236}">
                <a16:creationId xmlns:a16="http://schemas.microsoft.com/office/drawing/2014/main" id="{1DB64E5A-EF80-4D7B-AB3D-68A6DC3C00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1138426" y="2687345"/>
            <a:ext cx="684000" cy="684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txBody>
          <a:bodyPr wrap="none" anchor="ctr">
            <a:noAutofit/>
          </a:bodyPr>
          <a:lstStyle>
            <a:lvl1pPr algn="ctr">
              <a:lnSpc>
                <a:spcPct val="100000"/>
              </a:lnSpc>
              <a:defRPr sz="3000"/>
            </a:lvl1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3B4D93B3-2D3C-4F3C-899A-37B0C99E011C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1138426" y="3643511"/>
            <a:ext cx="684000" cy="684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txBody>
          <a:bodyPr wrap="none" anchor="ctr">
            <a:noAutofit/>
          </a:bodyPr>
          <a:lstStyle>
            <a:lvl1pPr algn="ctr">
              <a:lnSpc>
                <a:spcPct val="100000"/>
              </a:lnSpc>
              <a:defRPr sz="3000"/>
            </a:lvl1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39" name="Textplatzhalter 12">
            <a:extLst>
              <a:ext uri="{FF2B5EF4-FFF2-40B4-BE49-F238E27FC236}">
                <a16:creationId xmlns:a16="http://schemas.microsoft.com/office/drawing/2014/main" id="{9407FEFC-32D0-419C-8579-01C9C4613889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138426" y="4599676"/>
            <a:ext cx="684000" cy="684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txBody>
          <a:bodyPr wrap="none" anchor="ctr">
            <a:noAutofit/>
          </a:bodyPr>
          <a:lstStyle>
            <a:lvl1pPr algn="ctr">
              <a:lnSpc>
                <a:spcPct val="100000"/>
              </a:lnSpc>
              <a:defRPr sz="3000"/>
            </a:lvl1pPr>
          </a:lstStyle>
          <a:p>
            <a:pPr lvl="0"/>
            <a:r>
              <a:rPr lang="de-DE"/>
              <a:t>XX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FC523193-881D-4686-897B-FFC2AFF579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01785" y="2741574"/>
            <a:ext cx="8222798" cy="575542"/>
          </a:xfrm>
        </p:spPr>
        <p:txBody>
          <a:bodyPr anchor="ctr"/>
          <a:lstStyle>
            <a:lvl1pPr>
              <a:defRPr sz="2000"/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XX</a:t>
            </a:r>
          </a:p>
          <a:p>
            <a:pPr lvl="1"/>
            <a:r>
              <a:rPr lang="de-DE"/>
              <a:t>Detaillierte Beschreibung bei Bedarf</a:t>
            </a:r>
          </a:p>
        </p:txBody>
      </p:sp>
      <p:sp>
        <p:nvSpPr>
          <p:cNvPr id="41" name="Textplatzhalter 12">
            <a:extLst>
              <a:ext uri="{FF2B5EF4-FFF2-40B4-BE49-F238E27FC236}">
                <a16:creationId xmlns:a16="http://schemas.microsoft.com/office/drawing/2014/main" id="{6F592A12-7ED1-40E5-B6EC-258C98407C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01785" y="3697740"/>
            <a:ext cx="8222798" cy="575542"/>
          </a:xfrm>
        </p:spPr>
        <p:txBody>
          <a:bodyPr anchor="ctr"/>
          <a:lstStyle>
            <a:lvl1pPr>
              <a:defRPr sz="2000"/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XX</a:t>
            </a:r>
          </a:p>
          <a:p>
            <a:pPr lvl="1"/>
            <a:r>
              <a:rPr lang="de-DE"/>
              <a:t>Detaillierte Beschreibung bei Bedarf</a:t>
            </a: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C7522B1C-54F8-498C-96C0-FC8803E6BD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01785" y="4653905"/>
            <a:ext cx="8222798" cy="575542"/>
          </a:xfrm>
        </p:spPr>
        <p:txBody>
          <a:bodyPr anchor="ctr"/>
          <a:lstStyle>
            <a:lvl1pPr>
              <a:defRPr sz="2000"/>
            </a:lvl1pPr>
          </a:lstStyle>
          <a:p>
            <a:pPr lvl="0"/>
            <a:r>
              <a:rPr lang="de-DE" err="1"/>
              <a:t>Agendapunkt</a:t>
            </a:r>
            <a:r>
              <a:rPr lang="de-DE"/>
              <a:t> XX</a:t>
            </a:r>
          </a:p>
          <a:p>
            <a:pPr lvl="1"/>
            <a:r>
              <a:rPr lang="de-DE"/>
              <a:t>Detaillierte Beschreibung bei Bedarf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AE1AF6A6-6CC1-4786-9CFD-80527C7F3F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49508"/>
          <a:stretch>
            <a:fillRect/>
          </a:stretch>
        </p:blipFill>
        <p:spPr>
          <a:xfrm>
            <a:off x="411528" y="0"/>
            <a:ext cx="2680891" cy="1198520"/>
          </a:xfrm>
          <a:custGeom>
            <a:avLst/>
            <a:gdLst>
              <a:gd name="connsiteX0" fmla="*/ 0 w 3153551"/>
              <a:gd name="connsiteY0" fmla="*/ 0 h 1409827"/>
              <a:gd name="connsiteX1" fmla="*/ 3153551 w 3153551"/>
              <a:gd name="connsiteY1" fmla="*/ 0 h 1409827"/>
              <a:gd name="connsiteX2" fmla="*/ 3153551 w 3153551"/>
              <a:gd name="connsiteY2" fmla="*/ 1409827 h 1409827"/>
              <a:gd name="connsiteX3" fmla="*/ 0 w 3153551"/>
              <a:gd name="connsiteY3" fmla="*/ 1409827 h 140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3551" h="1409827">
                <a:moveTo>
                  <a:pt x="0" y="0"/>
                </a:moveTo>
                <a:lnTo>
                  <a:pt x="3153551" y="0"/>
                </a:lnTo>
                <a:lnTo>
                  <a:pt x="3153551" y="1409827"/>
                </a:lnTo>
                <a:lnTo>
                  <a:pt x="0" y="140982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6730" y="398463"/>
            <a:ext cx="10098951" cy="415498"/>
          </a:xfrm>
        </p:spPr>
        <p:txBody>
          <a:bodyPr/>
          <a:lstStyle>
            <a:lvl1pPr>
              <a:defRPr/>
            </a:lvl1pPr>
          </a:lstStyle>
          <a:p>
            <a:r>
              <a:rPr lang="de-AT" sz="3000">
                <a:solidFill>
                  <a:schemeClr val="accent3"/>
                </a:solidFill>
              </a:rPr>
              <a:t>Agenda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0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684E0E8-EDF7-418B-A510-EEAAC2A381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5795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684E0E8-EDF7-418B-A510-EEAAC2A381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F50AE3E0-4043-4DF5-A300-67C27C0D70C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95385" cy="158750"/>
          </a:xfrm>
          <a:prstGeom prst="rect">
            <a:avLst/>
          </a:pr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AT" sz="3000" b="0" i="0" baseline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56DF2E3-B674-4C19-BBF9-C44B2AE8EE40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50577"/>
          <a:stretch>
            <a:fillRect/>
          </a:stretch>
        </p:blipFill>
        <p:spPr>
          <a:xfrm>
            <a:off x="9386891" y="5659481"/>
            <a:ext cx="2947206" cy="1198519"/>
          </a:xfrm>
          <a:custGeom>
            <a:avLst/>
            <a:gdLst>
              <a:gd name="connsiteX0" fmla="*/ 0 w 3393479"/>
              <a:gd name="connsiteY0" fmla="*/ 0 h 1380001"/>
              <a:gd name="connsiteX1" fmla="*/ 3393479 w 3393479"/>
              <a:gd name="connsiteY1" fmla="*/ 0 h 1380001"/>
              <a:gd name="connsiteX2" fmla="*/ 3393479 w 3393479"/>
              <a:gd name="connsiteY2" fmla="*/ 1380001 h 1380001"/>
              <a:gd name="connsiteX3" fmla="*/ 0 w 3393479"/>
              <a:gd name="connsiteY3" fmla="*/ 1380001 h 13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3479" h="1380001">
                <a:moveTo>
                  <a:pt x="0" y="0"/>
                </a:moveTo>
                <a:lnTo>
                  <a:pt x="3393479" y="0"/>
                </a:lnTo>
                <a:lnTo>
                  <a:pt x="3393479" y="1380001"/>
                </a:lnTo>
                <a:lnTo>
                  <a:pt x="0" y="1380001"/>
                </a:lnTo>
                <a:close/>
              </a:path>
            </a:pathLst>
          </a:cu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Advisory Board TransANT I Gammer/Grundnig/Dziavoruk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040F-B080-418D-B493-8E10620588E5}" type="slidenum">
              <a:rPr lang="de-AT" smtClean="0"/>
              <a:t>‹#›</a:t>
            </a:fld>
            <a:endParaRPr lang="de-AT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050F2A3-AA07-498A-A839-7AFA7FB840C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102183" y="1173983"/>
            <a:ext cx="1628775" cy="17218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0CFCF62-03F5-406F-A2FE-AF8B181DED4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49508"/>
          <a:stretch>
            <a:fillRect/>
          </a:stretch>
        </p:blipFill>
        <p:spPr>
          <a:xfrm>
            <a:off x="411528" y="0"/>
            <a:ext cx="2680891" cy="1198520"/>
          </a:xfrm>
          <a:custGeom>
            <a:avLst/>
            <a:gdLst>
              <a:gd name="connsiteX0" fmla="*/ 0 w 3153551"/>
              <a:gd name="connsiteY0" fmla="*/ 0 h 1409827"/>
              <a:gd name="connsiteX1" fmla="*/ 3153551 w 3153551"/>
              <a:gd name="connsiteY1" fmla="*/ 0 h 1409827"/>
              <a:gd name="connsiteX2" fmla="*/ 3153551 w 3153551"/>
              <a:gd name="connsiteY2" fmla="*/ 1409827 h 1409827"/>
              <a:gd name="connsiteX3" fmla="*/ 0 w 3153551"/>
              <a:gd name="connsiteY3" fmla="*/ 1409827 h 140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3551" h="1409827">
                <a:moveTo>
                  <a:pt x="0" y="0"/>
                </a:moveTo>
                <a:lnTo>
                  <a:pt x="3153551" y="0"/>
                </a:lnTo>
                <a:lnTo>
                  <a:pt x="3153551" y="1409827"/>
                </a:lnTo>
                <a:lnTo>
                  <a:pt x="0" y="1409827"/>
                </a:lnTo>
                <a:close/>
              </a:path>
            </a:pathLst>
          </a:cu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AABFFA0E-B9E9-43C3-BFA2-33F930AED7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6847" y="1707428"/>
            <a:ext cx="11078305" cy="131318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 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6847" y="398463"/>
            <a:ext cx="11078305" cy="415498"/>
          </a:xfrm>
        </p:spPr>
        <p:txBody>
          <a:bodyPr/>
          <a:lstStyle/>
          <a:p>
            <a:r>
              <a:rPr lang="de-AT" sz="3000">
                <a:solidFill>
                  <a:schemeClr val="accent3"/>
                </a:solidFill>
              </a:rPr>
              <a:t>Folientitel max. einzeilig</a:t>
            </a:r>
            <a:endParaRPr lang="en-US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71F0B95E-0555-47CF-96C3-4280BF711A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47" y="852035"/>
            <a:ext cx="11078305" cy="498598"/>
          </a:xfrm>
        </p:spPr>
        <p:txBody>
          <a:bodyPr/>
          <a:lstStyle>
            <a:lvl1pPr>
              <a:spcBef>
                <a:spcPts val="0"/>
              </a:spcBef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Untertitel </a:t>
            </a:r>
            <a:br>
              <a:rPr lang="de-DE"/>
            </a:br>
            <a:r>
              <a:rPr lang="de-DE"/>
              <a:t>kann auch zweizeilig sein</a:t>
            </a:r>
          </a:p>
        </p:txBody>
      </p:sp>
    </p:spTree>
    <p:extLst>
      <p:ext uri="{BB962C8B-B14F-4D97-AF65-F5344CB8AC3E}">
        <p14:creationId xmlns:p14="http://schemas.microsoft.com/office/powerpoint/2010/main" val="368971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BAE40"/>
          </p15:clr>
        </p15:guide>
        <p15:guide id="2" orient="horz" pos="1071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684E0E8-EDF7-418B-A510-EEAAC2A381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5795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306" imgH="306" progId="TCLayout.ActiveDocument.1">
                  <p:embed/>
                </p:oleObj>
              </mc:Choice>
              <mc:Fallback>
                <p:oleObj name="think-cell Folie" r:id="rId4" imgW="306" imgH="306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684E0E8-EDF7-418B-A510-EEAAC2A381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F50AE3E0-4043-4DF5-A300-67C27C0D70C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95385" cy="158750"/>
          </a:xfrm>
          <a:prstGeom prst="rect">
            <a:avLst/>
          </a:prstGeom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AT" sz="3000" b="0" i="0" baseline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56DF2E3-B674-4C19-BBF9-C44B2AE8EE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50577"/>
          <a:stretch>
            <a:fillRect/>
          </a:stretch>
        </p:blipFill>
        <p:spPr>
          <a:xfrm>
            <a:off x="9386891" y="5659481"/>
            <a:ext cx="2947206" cy="1198519"/>
          </a:xfrm>
          <a:custGeom>
            <a:avLst/>
            <a:gdLst>
              <a:gd name="connsiteX0" fmla="*/ 0 w 3393479"/>
              <a:gd name="connsiteY0" fmla="*/ 0 h 1380001"/>
              <a:gd name="connsiteX1" fmla="*/ 3393479 w 3393479"/>
              <a:gd name="connsiteY1" fmla="*/ 0 h 1380001"/>
              <a:gd name="connsiteX2" fmla="*/ 3393479 w 3393479"/>
              <a:gd name="connsiteY2" fmla="*/ 1380001 h 1380001"/>
              <a:gd name="connsiteX3" fmla="*/ 0 w 3393479"/>
              <a:gd name="connsiteY3" fmla="*/ 1380001 h 13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3479" h="1380001">
                <a:moveTo>
                  <a:pt x="0" y="0"/>
                </a:moveTo>
                <a:lnTo>
                  <a:pt x="3393479" y="0"/>
                </a:lnTo>
                <a:lnTo>
                  <a:pt x="3393479" y="1380001"/>
                </a:lnTo>
                <a:lnTo>
                  <a:pt x="0" y="1380001"/>
                </a:lnTo>
                <a:close/>
              </a:path>
            </a:pathLst>
          </a:cu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Advisory Board TransANT  I  Gammer/Grundnig</a:t>
            </a:r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3040F-B080-418D-B493-8E10620588E5}" type="slidenum">
              <a:rPr lang="de-AT" smtClean="0"/>
              <a:t>‹#›</a:t>
            </a:fld>
            <a:endParaRPr lang="de-AT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FC23AFA9-3430-4A11-B667-0C93877DD3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6848" y="6185002"/>
            <a:ext cx="11078305" cy="304699"/>
          </a:xfrm>
        </p:spPr>
        <p:txBody>
          <a:bodyPr anchor="b"/>
          <a:lstStyle>
            <a:lvl1pPr>
              <a:spcBef>
                <a:spcPts val="0"/>
              </a:spcBef>
              <a:defRPr sz="1100">
                <a:solidFill>
                  <a:schemeClr val="tx1"/>
                </a:solidFill>
                <a:latin typeface="+mn-lt"/>
              </a:defRPr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de-DE"/>
              <a:t>1 Fußnote</a:t>
            </a:r>
            <a:br>
              <a:rPr lang="de-DE"/>
            </a:br>
            <a:r>
              <a:rPr lang="de-DE"/>
              <a:t>Quelle: …</a:t>
            </a:r>
            <a:endParaRPr lang="en-US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050F2A3-AA07-498A-A839-7AFA7FB840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102183" y="1173983"/>
            <a:ext cx="1628775" cy="17218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0CFCF62-03F5-406F-A2FE-AF8B181DED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t="49508"/>
          <a:stretch>
            <a:fillRect/>
          </a:stretch>
        </p:blipFill>
        <p:spPr>
          <a:xfrm>
            <a:off x="411528" y="0"/>
            <a:ext cx="2680891" cy="1198520"/>
          </a:xfrm>
          <a:custGeom>
            <a:avLst/>
            <a:gdLst>
              <a:gd name="connsiteX0" fmla="*/ 0 w 3153551"/>
              <a:gd name="connsiteY0" fmla="*/ 0 h 1409827"/>
              <a:gd name="connsiteX1" fmla="*/ 3153551 w 3153551"/>
              <a:gd name="connsiteY1" fmla="*/ 0 h 1409827"/>
              <a:gd name="connsiteX2" fmla="*/ 3153551 w 3153551"/>
              <a:gd name="connsiteY2" fmla="*/ 1409827 h 1409827"/>
              <a:gd name="connsiteX3" fmla="*/ 0 w 3153551"/>
              <a:gd name="connsiteY3" fmla="*/ 1409827 h 140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3551" h="1409827">
                <a:moveTo>
                  <a:pt x="0" y="0"/>
                </a:moveTo>
                <a:lnTo>
                  <a:pt x="3153551" y="0"/>
                </a:lnTo>
                <a:lnTo>
                  <a:pt x="3153551" y="1409827"/>
                </a:lnTo>
                <a:lnTo>
                  <a:pt x="0" y="1409827"/>
                </a:lnTo>
                <a:close/>
              </a:path>
            </a:pathLst>
          </a:cu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AABFFA0E-B9E9-43C3-BFA2-33F930AED7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6847" y="1707428"/>
            <a:ext cx="11078305" cy="131318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 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6847" y="398463"/>
            <a:ext cx="11078305" cy="415498"/>
          </a:xfrm>
        </p:spPr>
        <p:txBody>
          <a:bodyPr/>
          <a:lstStyle/>
          <a:p>
            <a:r>
              <a:rPr lang="de-AT" sz="3000">
                <a:solidFill>
                  <a:schemeClr val="accent3"/>
                </a:solidFill>
              </a:rPr>
              <a:t>Folientitel max. einzeilig</a:t>
            </a:r>
            <a:endParaRPr lang="en-US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71F0B95E-0555-47CF-96C3-4280BF711A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847" y="852035"/>
            <a:ext cx="11078305" cy="498598"/>
          </a:xfrm>
        </p:spPr>
        <p:txBody>
          <a:bodyPr/>
          <a:lstStyle>
            <a:lvl1pPr>
              <a:spcBef>
                <a:spcPts val="0"/>
              </a:spcBef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Untertitel </a:t>
            </a:r>
            <a:br>
              <a:rPr lang="de-DE"/>
            </a:br>
            <a:r>
              <a:rPr lang="de-DE"/>
              <a:t>kann auch zweizeilig sein</a:t>
            </a:r>
          </a:p>
        </p:txBody>
      </p:sp>
    </p:spTree>
    <p:extLst>
      <p:ext uri="{BB962C8B-B14F-4D97-AF65-F5344CB8AC3E}">
        <p14:creationId xmlns:p14="http://schemas.microsoft.com/office/powerpoint/2010/main" val="2923261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BAE40"/>
          </p15:clr>
        </p15:guide>
        <p15:guide id="2" orient="horz" pos="1071">
          <p15:clr>
            <a:srgbClr val="FBAE40"/>
          </p15:clr>
        </p15:guide>
        <p15:guide id="3" pos="7333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7334" y="6084555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411A8CA-897D-4B4C-BFFA-76ADCF9D5F1F}" type="datetimeFigureOut">
              <a:rPr lang="de-AT" smtClean="0"/>
              <a:pPr/>
              <a:t>08.09.2026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42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82" r:id="rId3"/>
    <p:sldLayoutId id="2147483683" r:id="rId4"/>
    <p:sldLayoutId id="2147483679" r:id="rId5"/>
    <p:sldLayoutId id="2147483681" r:id="rId6"/>
    <p:sldLayoutId id="2147483684" r:id="rId7"/>
    <p:sldLayoutId id="2147483685" r:id="rId8"/>
    <p:sldLayoutId id="2147483666" r:id="rId9"/>
    <p:sldLayoutId id="2147483675" r:id="rId10"/>
    <p:sldLayoutId id="2147483665" r:id="rId11"/>
    <p:sldLayoutId id="2147483690" r:id="rId12"/>
    <p:sldLayoutId id="2147483687" r:id="rId13"/>
    <p:sldLayoutId id="2147483688" r:id="rId14"/>
    <p:sldLayoutId id="2147483689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0AABB-B206-B17B-68DD-7A7CCA6C43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Development</a:t>
            </a:r>
            <a:br>
              <a:rPr lang="en-AU" dirty="0"/>
            </a:br>
            <a:endParaRPr lang="en-AU" sz="20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B7E7E5D-0D05-BF5C-64DC-B1A5786EB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September 2025</a:t>
            </a:r>
          </a:p>
        </p:txBody>
      </p:sp>
    </p:spTree>
    <p:extLst>
      <p:ext uri="{BB962C8B-B14F-4D97-AF65-F5344CB8AC3E}">
        <p14:creationId xmlns:p14="http://schemas.microsoft.com/office/powerpoint/2010/main" val="17924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00A9-2DAB-FFB6-5FA4-B81E54D7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7A7F6E-329D-2750-4C70-A6A9F3335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223706"/>
            <a:ext cx="8596668" cy="632604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TransANT</a:t>
            </a:r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 UNO Multi 40ft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53945790-D0EA-3DC4-8282-61AB4307245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20729" y="813849"/>
            <a:ext cx="7660341" cy="31787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07388B40-E7DE-97CF-AA78-D2F7F240F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62" y="4379259"/>
            <a:ext cx="4499262" cy="197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36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6F82-7759-0671-2245-9A2BAE90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FBE5A6-46B6-4474-47DD-3F93EDF0F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223706"/>
            <a:ext cx="8596668" cy="63260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Current status - </a:t>
            </a:r>
            <a:r>
              <a:rPr lang="en-GB" dirty="0" err="1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TransANT</a:t>
            </a:r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 UNO Multi 40ft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34CA3-F883-54D6-D2B1-526CFD4E6C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7863" y="948567"/>
            <a:ext cx="7147447" cy="16677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700" dirty="0">
                <a:latin typeface="Calibri"/>
                <a:ea typeface="Calibri"/>
                <a:cs typeface="Calibri"/>
              </a:rPr>
              <a:t>Drawing set in status “</a:t>
            </a:r>
            <a:r>
              <a:rPr lang="en-GB" sz="1700" dirty="0" err="1">
                <a:latin typeface="Calibri"/>
                <a:ea typeface="Calibri"/>
                <a:cs typeface="Calibri"/>
              </a:rPr>
              <a:t>Freigabe</a:t>
            </a:r>
            <a:r>
              <a:rPr lang="en-GB" sz="1700" dirty="0">
                <a:latin typeface="Calibri"/>
                <a:ea typeface="Calibri"/>
                <a:cs typeface="Calibri"/>
              </a:rPr>
              <a:t> DVM” </a:t>
            </a:r>
            <a:r>
              <a:rPr lang="en-GB" sz="1700" dirty="0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ready for approval by DVM </a:t>
            </a:r>
            <a:endParaRPr lang="en-GB" sz="1700" dirty="0">
              <a:latin typeface="Calibri"/>
              <a:ea typeface="Calibri"/>
              <a:cs typeface="Calibri"/>
            </a:endParaRPr>
          </a:p>
          <a:p>
            <a:r>
              <a:rPr lang="en-GB" sz="1700" dirty="0">
                <a:latin typeface="Calibri"/>
                <a:ea typeface="Calibri"/>
                <a:cs typeface="Calibri"/>
              </a:rPr>
              <a:t>Calculation (static + dynamic) completed</a:t>
            </a:r>
          </a:p>
          <a:p>
            <a:r>
              <a:rPr lang="en-GB" sz="1700" dirty="0">
                <a:latin typeface="Calibri"/>
                <a:ea typeface="Calibri"/>
                <a:cs typeface="Calibri"/>
              </a:rPr>
              <a:t>Calculation report completed </a:t>
            </a:r>
          </a:p>
          <a:p>
            <a:pPr marL="0" indent="0">
              <a:buNone/>
            </a:pPr>
            <a:endParaRPr lang="en-GB" sz="1700" dirty="0">
              <a:ea typeface="Calibri"/>
            </a:endParaRPr>
          </a:p>
          <a:p>
            <a:endParaRPr lang="en-GB" dirty="0">
              <a:ea typeface="Calibri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451A892C-9743-D245-E536-A4E24B36E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4316" y="2429374"/>
            <a:ext cx="4967403" cy="199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822BB71-2808-BA85-EFFF-660DBE2F7B6A}"/>
              </a:ext>
            </a:extLst>
          </p:cNvPr>
          <p:cNvSpPr txBox="1">
            <a:spLocks/>
          </p:cNvSpPr>
          <p:nvPr/>
        </p:nvSpPr>
        <p:spPr>
          <a:xfrm>
            <a:off x="1457791" y="6035423"/>
            <a:ext cx="5148539" cy="59887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atin typeface="Calibri"/>
                <a:ea typeface="Calibri"/>
                <a:cs typeface="Calibri"/>
              </a:rPr>
              <a:t>waiting for approval by DVM to finish drawing release process</a:t>
            </a:r>
            <a:endParaRPr lang="en-GB" sz="1700" dirty="0">
              <a:ea typeface="Calibri"/>
            </a:endParaRPr>
          </a:p>
          <a:p>
            <a:pPr marL="0" indent="0">
              <a:buNone/>
            </a:pPr>
            <a:endParaRPr lang="en-GB" dirty="0">
              <a:ea typeface="Calibri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DC95313-0407-5BF6-D3D4-2BC4BF08B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90" y="2205317"/>
            <a:ext cx="6111970" cy="350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53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633BA-6027-4E2E-97CF-25CCCB3B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9C644769-1217-B410-CD2F-170A0AE184D2}"/>
              </a:ext>
            </a:extLst>
          </p:cNvPr>
          <p:cNvGrpSpPr/>
          <p:nvPr/>
        </p:nvGrpSpPr>
        <p:grpSpPr>
          <a:xfrm>
            <a:off x="420482" y="1065402"/>
            <a:ext cx="10209635" cy="5327257"/>
            <a:chOff x="65845" y="644330"/>
            <a:chExt cx="11597895" cy="6051633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F99B31BB-15D4-417F-A1BD-09455A531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355"/>
            <a:stretch>
              <a:fillRect/>
            </a:stretch>
          </p:blipFill>
          <p:spPr>
            <a:xfrm>
              <a:off x="792212" y="644330"/>
              <a:ext cx="8879481" cy="4027757"/>
            </a:xfrm>
            <a:prstGeom prst="rect">
              <a:avLst/>
            </a:prstGeom>
          </p:spPr>
        </p:pic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B89C9A4B-CF16-402C-7CE5-62FAE0379448}"/>
                </a:ext>
              </a:extLst>
            </p:cNvPr>
            <p:cNvGrpSpPr/>
            <p:nvPr/>
          </p:nvGrpSpPr>
          <p:grpSpPr>
            <a:xfrm>
              <a:off x="65845" y="3213902"/>
              <a:ext cx="11597895" cy="3482061"/>
              <a:chOff x="65845" y="3213902"/>
              <a:chExt cx="11597895" cy="3482061"/>
            </a:xfrm>
          </p:grpSpPr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DC7CD67D-B7F1-99FF-7C2A-3CB12E433628}"/>
                  </a:ext>
                </a:extLst>
              </p:cNvPr>
              <p:cNvGrpSpPr/>
              <p:nvPr/>
            </p:nvGrpSpPr>
            <p:grpSpPr>
              <a:xfrm>
                <a:off x="65845" y="3444735"/>
                <a:ext cx="11597895" cy="3251228"/>
                <a:chOff x="-320861" y="3518083"/>
                <a:chExt cx="11597895" cy="3251228"/>
              </a:xfrm>
            </p:grpSpPr>
            <p:pic>
              <p:nvPicPr>
                <p:cNvPr id="10" name="Grafik 9">
                  <a:extLst>
                    <a:ext uri="{FF2B5EF4-FFF2-40B4-BE49-F238E27FC236}">
                      <a16:creationId xmlns:a16="http://schemas.microsoft.com/office/drawing/2014/main" id="{B8677B02-A137-E785-FD24-9C17584BF5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54073"/>
                <a:stretch>
                  <a:fillRect/>
                </a:stretch>
              </p:blipFill>
              <p:spPr>
                <a:xfrm>
                  <a:off x="-320861" y="4892848"/>
                  <a:ext cx="4330158" cy="1858570"/>
                </a:xfrm>
                <a:prstGeom prst="rect">
                  <a:avLst/>
                </a:prstGeom>
              </p:spPr>
            </p:pic>
            <p:pic>
              <p:nvPicPr>
                <p:cNvPr id="11" name="Grafik 10">
                  <a:extLst>
                    <a:ext uri="{FF2B5EF4-FFF2-40B4-BE49-F238E27FC236}">
                      <a16:creationId xmlns:a16="http://schemas.microsoft.com/office/drawing/2014/main" id="{44ECFC0B-C668-09C7-D45B-5CD51F4EC5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47598"/>
                <a:stretch>
                  <a:fillRect/>
                </a:stretch>
              </p:blipFill>
              <p:spPr>
                <a:xfrm>
                  <a:off x="4231909" y="4892848"/>
                  <a:ext cx="3831675" cy="1876463"/>
                </a:xfrm>
                <a:prstGeom prst="rect">
                  <a:avLst/>
                </a:prstGeom>
              </p:spPr>
            </p:pic>
            <p:pic>
              <p:nvPicPr>
                <p:cNvPr id="12" name="Grafik 11">
                  <a:extLst>
                    <a:ext uri="{FF2B5EF4-FFF2-40B4-BE49-F238E27FC236}">
                      <a16:creationId xmlns:a16="http://schemas.microsoft.com/office/drawing/2014/main" id="{62A7A711-24F7-3BC1-E31D-5583C34B3E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15217" y="3518083"/>
                  <a:ext cx="2261817" cy="1953069"/>
                </a:xfrm>
                <a:prstGeom prst="rect">
                  <a:avLst/>
                </a:prstGeom>
              </p:spPr>
            </p:pic>
          </p:grp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D5CD8075-95E8-ED1E-F184-E238B6345F34}"/>
                  </a:ext>
                </a:extLst>
              </p:cNvPr>
              <p:cNvSpPr txBox="1"/>
              <p:nvPr/>
            </p:nvSpPr>
            <p:spPr>
              <a:xfrm>
                <a:off x="9586914" y="3213902"/>
                <a:ext cx="1891831" cy="230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900" i="1" noProof="0" dirty="0">
                    <a:latin typeface="Arial" panose="020B0604020202020204" pitchFamily="34" charset="0"/>
                    <a:cs typeface="Arial" panose="020B0604020202020204" pitchFamily="34" charset="0"/>
                  </a:rPr>
                  <a:t>transport goods</a:t>
                </a:r>
                <a:endParaRPr lang="en-GB" sz="900" i="1" noProof="0" dirty="0"/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6106C4B-7282-E57A-1E0A-C1C4B5EB7186}"/>
              </a:ext>
            </a:extLst>
          </p:cNvPr>
          <p:cNvSpPr txBox="1">
            <a:spLocks/>
          </p:cNvSpPr>
          <p:nvPr/>
        </p:nvSpPr>
        <p:spPr>
          <a:xfrm>
            <a:off x="677334" y="98957"/>
            <a:ext cx="8596668" cy="6326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 err="1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TransANT</a:t>
            </a:r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 UNO tank 88m³</a:t>
            </a:r>
          </a:p>
        </p:txBody>
      </p:sp>
    </p:spTree>
    <p:extLst>
      <p:ext uri="{BB962C8B-B14F-4D97-AF65-F5344CB8AC3E}">
        <p14:creationId xmlns:p14="http://schemas.microsoft.com/office/powerpoint/2010/main" val="664358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F0D611-55CD-9EE6-9589-7A816F95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Current status - </a:t>
            </a:r>
            <a:r>
              <a:rPr lang="en-GB" dirty="0" err="1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TransANT</a:t>
            </a:r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 UNO tank 88m³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9FD1E-747F-E132-E9D9-D335D7A26A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0286" y="1010211"/>
            <a:ext cx="10860777" cy="40465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latin typeface="Calibri"/>
                <a:ea typeface="Calibri"/>
                <a:cs typeface="Calibri"/>
              </a:rPr>
              <a:t>3D model and 2D drawings finished</a:t>
            </a:r>
          </a:p>
          <a:p>
            <a:r>
              <a:rPr lang="en-US" sz="1700" dirty="0">
                <a:latin typeface="Calibri"/>
                <a:ea typeface="Calibri"/>
                <a:cs typeface="Calibri"/>
              </a:rPr>
              <a:t>3D model and 2D drawings submitted to </a:t>
            </a:r>
            <a:r>
              <a:rPr lang="en-US" sz="1700" dirty="0" err="1">
                <a:latin typeface="Calibri"/>
                <a:ea typeface="Calibri"/>
                <a:cs typeface="Calibri"/>
              </a:rPr>
              <a:t>Poltavvagon</a:t>
            </a:r>
            <a:r>
              <a:rPr lang="en-US" sz="1700" dirty="0"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en-US" sz="1700" dirty="0">
                <a:latin typeface="Calibri"/>
                <a:ea typeface="Calibri"/>
                <a:cs typeface="Calibri"/>
              </a:rPr>
              <a:t>Calculation finished (static + dynamic)</a:t>
            </a:r>
          </a:p>
          <a:p>
            <a:pPr marL="0" indent="0">
              <a:buNone/>
            </a:pPr>
            <a:r>
              <a:rPr lang="en-US" sz="1700" dirty="0">
                <a:latin typeface="Calibri"/>
                <a:ea typeface="Calibri"/>
                <a:cs typeface="Calibri"/>
              </a:rPr>
              <a:t> </a:t>
            </a:r>
          </a:p>
          <a:p>
            <a:pPr marL="0" indent="0">
              <a:buNone/>
            </a:pPr>
            <a:endParaRPr lang="en-GB" sz="1700" dirty="0">
              <a:ea typeface="Calibri"/>
            </a:endParaRPr>
          </a:p>
          <a:p>
            <a:endParaRPr lang="en-GB" dirty="0">
              <a:ea typeface="Calibri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AB5FFC4-A215-FAAF-09D9-CC7E630AF29E}"/>
              </a:ext>
            </a:extLst>
          </p:cNvPr>
          <p:cNvSpPr txBox="1">
            <a:spLocks/>
          </p:cNvSpPr>
          <p:nvPr/>
        </p:nvSpPr>
        <p:spPr>
          <a:xfrm>
            <a:off x="1209453" y="4973535"/>
            <a:ext cx="4394394" cy="598871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atin typeface="Calibri"/>
                <a:ea typeface="Calibri"/>
                <a:cs typeface="Calibri"/>
              </a:rPr>
              <a:t>waiting for feedback from </a:t>
            </a:r>
            <a:r>
              <a:rPr lang="en-US" sz="1700" dirty="0" err="1">
                <a:latin typeface="Calibri"/>
                <a:ea typeface="Calibri"/>
                <a:cs typeface="Calibri"/>
              </a:rPr>
              <a:t>Poltavvagon</a:t>
            </a:r>
            <a:r>
              <a:rPr lang="en-US" sz="1700" dirty="0">
                <a:latin typeface="Calibri"/>
                <a:ea typeface="Calibri"/>
                <a:cs typeface="Calibri"/>
              </a:rPr>
              <a:t> to start drawing release process</a:t>
            </a:r>
            <a:endParaRPr lang="en-GB" sz="1700" dirty="0">
              <a:ea typeface="Calibri"/>
            </a:endParaRPr>
          </a:p>
          <a:p>
            <a:endParaRPr lang="en-GB" dirty="0">
              <a:ea typeface="Calibri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03D3E26-07C0-7D62-3ED7-172630390F3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01617">
            <a:off x="6453526" y="3599774"/>
            <a:ext cx="4977537" cy="307366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AD2FCF3-4A69-086E-F5B2-F0DA28D10EC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09453" y="-340262"/>
            <a:ext cx="11019056" cy="696084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89CBFFE-091E-5061-D012-41A3C8401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442" y="2547418"/>
            <a:ext cx="5188595" cy="192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942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790F3-48BD-A815-4831-16B7D2DF1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353FA8-A9C5-2AD0-BB95-43DC7990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223706"/>
            <a:ext cx="8596668" cy="63260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Next steps - </a:t>
            </a:r>
            <a:r>
              <a:rPr lang="en-GB" dirty="0" err="1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TransANT</a:t>
            </a:r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 UNO Multi 40ft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44292-95C5-DFF3-9F8B-FDC2721A39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7863" y="948567"/>
            <a:ext cx="7147447" cy="16677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700" dirty="0">
                <a:latin typeface="Calibri"/>
                <a:ea typeface="Calibri"/>
                <a:cs typeface="Calibri"/>
              </a:rPr>
              <a:t>Approval of drawing set </a:t>
            </a:r>
          </a:p>
          <a:p>
            <a:r>
              <a:rPr lang="en-US" sz="1700" dirty="0">
                <a:latin typeface="Calibri"/>
                <a:ea typeface="Calibri"/>
                <a:cs typeface="Calibri"/>
              </a:rPr>
              <a:t>Approval of strength report (</a:t>
            </a:r>
            <a:r>
              <a:rPr lang="en-US" sz="1700" dirty="0" err="1">
                <a:latin typeface="Calibri"/>
                <a:ea typeface="Calibri"/>
                <a:cs typeface="Calibri"/>
              </a:rPr>
              <a:t>TransANT</a:t>
            </a:r>
            <a:r>
              <a:rPr lang="en-US" sz="1700" dirty="0">
                <a:latin typeface="Calibri"/>
                <a:ea typeface="Calibri"/>
                <a:cs typeface="Calibri"/>
              </a:rPr>
              <a:t>)</a:t>
            </a:r>
            <a:endParaRPr lang="en-GB" sz="1700" dirty="0">
              <a:ea typeface="Calibri"/>
            </a:endParaRPr>
          </a:p>
          <a:p>
            <a:endParaRPr lang="en-GB" dirty="0">
              <a:ea typeface="Calibri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170CFE4-18F6-33C3-1F06-F95221197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238" y="2524934"/>
            <a:ext cx="11381393" cy="458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F7EDEA1-07FB-1DB1-1DE0-C416F4FAE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50" y="2403447"/>
            <a:ext cx="3711285" cy="262155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13A6B35-B343-F5AC-A78E-085A23D7B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310" y="2764172"/>
            <a:ext cx="2510535" cy="356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68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CF8C6-9117-0B39-8670-45E52ECDE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6A4537-7990-75E0-822B-81D13774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Next steps - </a:t>
            </a:r>
            <a:r>
              <a:rPr lang="en-GB" dirty="0" err="1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TransANT</a:t>
            </a:r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 UNO tank 88m³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7644D-5609-9F84-A2CC-1BF07E588C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0286" y="1010211"/>
            <a:ext cx="10860777" cy="40465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latin typeface="Calibri"/>
                <a:ea typeface="Calibri"/>
                <a:cs typeface="Calibri"/>
              </a:rPr>
              <a:t>Releasing of 3D model and 2D drawings</a:t>
            </a:r>
          </a:p>
          <a:p>
            <a:r>
              <a:rPr lang="en-US" sz="1700" dirty="0">
                <a:latin typeface="Calibri"/>
                <a:ea typeface="Calibri"/>
                <a:cs typeface="Calibri"/>
              </a:rPr>
              <a:t>Finalization of calculation report</a:t>
            </a:r>
          </a:p>
          <a:p>
            <a:pPr marL="0" indent="0">
              <a:buNone/>
            </a:pPr>
            <a:endParaRPr lang="en-GB" sz="1700" dirty="0">
              <a:ea typeface="Calibri"/>
            </a:endParaRPr>
          </a:p>
          <a:p>
            <a:endParaRPr lang="en-GB" dirty="0">
              <a:ea typeface="Calibri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D5C3B1A-C87E-821D-DA89-3F584DE9F11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1401617">
            <a:off x="7329980" y="1316733"/>
            <a:ext cx="3904603" cy="2411122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AEDF53A-D2A8-8332-7DF0-062F6BD69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38" y="2012131"/>
            <a:ext cx="4470976" cy="3163073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356E4433-3830-6C60-DE4B-38D2D2752785}"/>
              </a:ext>
            </a:extLst>
          </p:cNvPr>
          <p:cNvGrpSpPr/>
          <p:nvPr/>
        </p:nvGrpSpPr>
        <p:grpSpPr>
          <a:xfrm>
            <a:off x="4286334" y="2728507"/>
            <a:ext cx="2630743" cy="3729319"/>
            <a:chOff x="3515587" y="2259104"/>
            <a:chExt cx="2630743" cy="3729319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91F39C63-83FC-8E60-6540-427093CD0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15587" y="2259104"/>
              <a:ext cx="2630743" cy="3729319"/>
            </a:xfrm>
            <a:prstGeom prst="rect">
              <a:avLst/>
            </a:prstGeom>
          </p:spPr>
        </p:pic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910EA9AB-F654-00C6-104D-DD6E1A860BB3}"/>
                </a:ext>
              </a:extLst>
            </p:cNvPr>
            <p:cNvSpPr/>
            <p:nvPr/>
          </p:nvSpPr>
          <p:spPr>
            <a:xfrm>
              <a:off x="4410075" y="4713288"/>
              <a:ext cx="558800" cy="79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85E43B37-9D68-44C4-00A1-E3857BD6E205}"/>
                </a:ext>
              </a:extLst>
            </p:cNvPr>
            <p:cNvSpPr/>
            <p:nvPr/>
          </p:nvSpPr>
          <p:spPr>
            <a:xfrm>
              <a:off x="4416868" y="4881843"/>
              <a:ext cx="558800" cy="79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3C7EE570-6A7A-3BD5-FBA3-0CE77AD9D613}"/>
                </a:ext>
              </a:extLst>
            </p:cNvPr>
            <p:cNvSpPr/>
            <p:nvPr/>
          </p:nvSpPr>
          <p:spPr>
            <a:xfrm>
              <a:off x="3926331" y="4889921"/>
              <a:ext cx="431357" cy="79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3A17E09D-6CB3-38B8-2D7A-832C9B560794}"/>
                </a:ext>
              </a:extLst>
            </p:cNvPr>
            <p:cNvSpPr/>
            <p:nvPr/>
          </p:nvSpPr>
          <p:spPr>
            <a:xfrm>
              <a:off x="3765422" y="4881842"/>
              <a:ext cx="131319" cy="793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</p:grpSp>
    </p:spTree>
    <p:extLst>
      <p:ext uri="{BB962C8B-B14F-4D97-AF65-F5344CB8AC3E}">
        <p14:creationId xmlns:p14="http://schemas.microsoft.com/office/powerpoint/2010/main" val="422706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2B394-FE93-DA39-1075-3930CC124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1837D0-2971-7E16-60B8-8925AAB12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Next steps - generally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6A050-37E0-183B-D3BF-276D9F083A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0286" y="1010211"/>
            <a:ext cx="10860777" cy="4746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700" dirty="0">
                <a:latin typeface="Calibri"/>
                <a:ea typeface="Calibri"/>
                <a:cs typeface="Calibri"/>
              </a:rPr>
              <a:t>Reworking of the drawing set for the 70ft </a:t>
            </a:r>
            <a:r>
              <a:rPr lang="en-US" sz="1700" dirty="0" err="1">
                <a:latin typeface="Calibri"/>
                <a:ea typeface="Calibri"/>
                <a:cs typeface="Calibri"/>
              </a:rPr>
              <a:t>TimberTop</a:t>
            </a:r>
            <a:r>
              <a:rPr lang="en-US" sz="1700" dirty="0">
                <a:latin typeface="Calibri"/>
                <a:ea typeface="Calibri"/>
                <a:cs typeface="Calibri"/>
              </a:rPr>
              <a:t> for RCA </a:t>
            </a:r>
          </a:p>
          <a:p>
            <a:pPr marL="0" indent="0"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	</a:t>
            </a:r>
            <a:r>
              <a:rPr lang="en-US" sz="1700" dirty="0">
                <a:latin typeface="Calibri"/>
                <a:ea typeface="Calibri"/>
                <a:cs typeface="Calibri"/>
              </a:rPr>
              <a:t> finished End of September</a:t>
            </a:r>
            <a:endParaRPr lang="en-GB" sz="1700" dirty="0">
              <a:latin typeface="Calibri"/>
              <a:ea typeface="Calibri"/>
              <a:cs typeface="Calibri"/>
            </a:endParaRPr>
          </a:p>
          <a:p>
            <a:endParaRPr lang="en-GB" sz="1700" dirty="0">
              <a:latin typeface="Calibri"/>
              <a:ea typeface="Calibri"/>
              <a:cs typeface="Calibri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461442-AD04-57CA-B232-C854DC54FAA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47863" y="1916138"/>
            <a:ext cx="10103005" cy="4292011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C2D292D-24AE-E13D-7105-5F5161151CD8}"/>
              </a:ext>
            </a:extLst>
          </p:cNvPr>
          <p:cNvSpPr txBox="1">
            <a:spLocks/>
          </p:cNvSpPr>
          <p:nvPr/>
        </p:nvSpPr>
        <p:spPr>
          <a:xfrm>
            <a:off x="626534" y="4579843"/>
            <a:ext cx="10860777" cy="4746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atin typeface="Calibri"/>
                <a:ea typeface="Calibri"/>
                <a:cs typeface="Calibri"/>
              </a:rPr>
              <a:t>Reworking of the drawings of the hole portfolio in regard of surface treatment</a:t>
            </a:r>
          </a:p>
          <a:p>
            <a:pPr marL="0" indent="0">
              <a:buNone/>
            </a:pPr>
            <a:r>
              <a:rPr lang="en-US" sz="1700" dirty="0">
                <a:latin typeface="Calibri"/>
                <a:ea typeface="Calibri"/>
                <a:cs typeface="Calibri"/>
              </a:rPr>
              <a:t>	</a:t>
            </a:r>
            <a:r>
              <a:rPr lang="en-US" sz="1700" dirty="0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en-US" sz="1700" dirty="0">
                <a:latin typeface="Calibri"/>
                <a:ea typeface="Calibri"/>
                <a:cs typeface="Calibri"/>
              </a:rPr>
              <a:t> finished End of September</a:t>
            </a:r>
            <a:endParaRPr lang="en-GB" sz="17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GB" sz="1700" dirty="0">
              <a:ea typeface="Calibri"/>
            </a:endParaRPr>
          </a:p>
          <a:p>
            <a:endParaRPr lang="en-GB" sz="17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614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A4984-F75D-185D-5540-CE6B6A2C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37CEDF-7F39-E57E-213E-2E5F723BD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593265"/>
                </a:solidFill>
                <a:latin typeface="Calibri"/>
                <a:ea typeface="Calibri"/>
                <a:cs typeface="Calibri"/>
              </a:rPr>
              <a:t>Next steps - projects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9CD0D-B754-C57A-FB99-CD34FAF9E3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0286" y="1010211"/>
            <a:ext cx="10860777" cy="40465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>
                <a:latin typeface="Calibri"/>
                <a:ea typeface="Calibri"/>
                <a:cs typeface="Calibri"/>
              </a:rPr>
              <a:t>development of the shortest possible open top wagon  </a:t>
            </a:r>
          </a:p>
          <a:p>
            <a:pPr marL="0" indent="0"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		 most versatile wagon for transporting very heavy goods</a:t>
            </a:r>
          </a:p>
          <a:p>
            <a:pPr marL="0" indent="0">
              <a:buNone/>
            </a:pPr>
            <a:r>
              <a:rPr lang="en-US" sz="1700" dirty="0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		 target 1.5t lighter than 33ft DB </a:t>
            </a:r>
            <a:r>
              <a:rPr lang="en-US" sz="1700" dirty="0" err="1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MultiTop</a:t>
            </a:r>
            <a:endParaRPr lang="en-US" sz="17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GB" sz="1700" dirty="0">
              <a:ea typeface="Calibri"/>
            </a:endParaRPr>
          </a:p>
          <a:p>
            <a:pPr marL="0" indent="0">
              <a:buNone/>
            </a:pPr>
            <a:endParaRPr lang="en-GB" dirty="0">
              <a:ea typeface="Calibri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43DB8C-FC00-C1EE-F0AF-9757EB249C20}"/>
              </a:ext>
            </a:extLst>
          </p:cNvPr>
          <p:cNvSpPr txBox="1">
            <a:spLocks/>
          </p:cNvSpPr>
          <p:nvPr/>
        </p:nvSpPr>
        <p:spPr>
          <a:xfrm>
            <a:off x="639234" y="5548353"/>
            <a:ext cx="5161715" cy="59887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latin typeface="Calibri"/>
                <a:ea typeface="Calibri"/>
                <a:cs typeface="Calibri"/>
              </a:rPr>
              <a:t>Possible finish date of drawing set </a:t>
            </a:r>
            <a:r>
              <a:rPr lang="en-US" sz="1700" dirty="0"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E</a:t>
            </a:r>
            <a:r>
              <a:rPr lang="en-US" sz="1700" dirty="0">
                <a:latin typeface="Calibri"/>
                <a:ea typeface="Calibri"/>
                <a:cs typeface="Calibri"/>
              </a:rPr>
              <a:t>nd of 2025</a:t>
            </a:r>
            <a:endParaRPr lang="en-GB" sz="1700" dirty="0">
              <a:ea typeface="Calibri"/>
            </a:endParaRPr>
          </a:p>
          <a:p>
            <a:endParaRPr lang="en-GB" dirty="0">
              <a:ea typeface="Calibri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8F92ED7-E15B-EC46-261D-1442FD25E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34" y="2870198"/>
            <a:ext cx="4586772" cy="227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8004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XG7pByAfgGhmDQ1u9._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XG7pByAfgGhmDQ1u9._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XG7pByAfgGhmDQ1u9._Q"/>
</p:tagLst>
</file>

<file path=ppt/theme/theme1.xml><?xml version="1.0" encoding="utf-8"?>
<a:theme xmlns:a="http://schemas.openxmlformats.org/drawingml/2006/main" name="Facette">
  <a:themeElements>
    <a:clrScheme name="Benutzerdefiniert 2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E2002A"/>
      </a:accent1>
      <a:accent2>
        <a:srgbClr val="0082B4"/>
      </a:accent2>
      <a:accent3>
        <a:srgbClr val="593265"/>
      </a:accent3>
      <a:accent4>
        <a:srgbClr val="0082B4"/>
      </a:accent4>
      <a:accent5>
        <a:srgbClr val="00528C"/>
      </a:accent5>
      <a:accent6>
        <a:srgbClr val="073071"/>
      </a:accent6>
      <a:hlink>
        <a:srgbClr val="E2002A"/>
      </a:hlink>
      <a:folHlink>
        <a:srgbClr val="0082B4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ransANT Document" ma:contentTypeID="0x010100808E9D33F410DD49BC63DE0DE5E4ECB600D3C75693433991409ACDB4A8D33314E0" ma:contentTypeVersion="19" ma:contentTypeDescription="" ma:contentTypeScope="" ma:versionID="765d4953f9c8a37d918306933f713486">
  <xsd:schema xmlns:xsd="http://www.w3.org/2001/XMLSchema" xmlns:xs="http://www.w3.org/2001/XMLSchema" xmlns:p="http://schemas.microsoft.com/office/2006/metadata/properties" xmlns:ns2="c0faad5f-84a2-4286-bc95-a02a7ff7f4aa" xmlns:ns3="fb313511-c4d8-4d2a-a4f6-b104950b612d" targetNamespace="http://schemas.microsoft.com/office/2006/metadata/properties" ma:root="true" ma:fieldsID="b782bfe6ddf4afdb1944309dc1589f70" ns2:_="" ns3:_="">
    <xsd:import namespace="c0faad5f-84a2-4286-bc95-a02a7ff7f4aa"/>
    <xsd:import namespace="fb313511-c4d8-4d2a-a4f6-b104950b612d"/>
    <xsd:element name="properties">
      <xsd:complexType>
        <xsd:sequence>
          <xsd:element name="documentManagement">
            <xsd:complexType>
              <xsd:all>
                <xsd:element ref="ns2:Responsible" minOccurs="0"/>
                <xsd:element ref="ns2:Notice" minOccurs="0"/>
                <xsd:element ref="ns2:DocumentLanguage" minOccurs="0"/>
                <xsd:element ref="ns3:DocumentType" minOccurs="0"/>
                <xsd:element ref="ns3:Category" minOccurs="0"/>
                <xsd:element ref="ns2:TransferDniprovagonmash" minOccurs="0"/>
                <xsd:element ref="ns2:Act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ad5f-84a2-4286-bc95-a02a7ff7f4aa" elementFormDefault="qualified">
    <xsd:import namespace="http://schemas.microsoft.com/office/2006/documentManagement/types"/>
    <xsd:import namespace="http://schemas.microsoft.com/office/infopath/2007/PartnerControls"/>
    <xsd:element name="Responsible" ma:index="2" nillable="true" ma:displayName="Responsible" ma:list="UserInfo" ma:SharePointGroup="0" ma:internalName="Responsibl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Notice" ma:index="3" nillable="true" ma:displayName="Notice" ma:default="" ma:internalName="Notice" ma:readOnly="false">
      <xsd:simpleType>
        <xsd:restriction base="dms:Note">
          <xsd:maxLength value="255"/>
        </xsd:restriction>
      </xsd:simpleType>
    </xsd:element>
    <xsd:element name="DocumentLanguage" ma:index="4" nillable="true" ma:displayName="Document Language" ma:list="{3EA49F1A-80E1-4AAA-87DB-2A997DE0DEA9}" ma:internalName="DocumentLanguage" ma:readOnly="false" ma:showField="Code" ma:web="c0faad5f-84a2-4286-bc95-a02a7ff7f4aa">
      <xsd:simpleType>
        <xsd:restriction base="dms:Lookup"/>
      </xsd:simpleType>
    </xsd:element>
    <xsd:element name="TransferDniprovagonmash" ma:index="7" nillable="true" ma:displayName="Transfer Dniprovagonmash" ma:default="0" ma:hidden="true" ma:internalName="TransferDniprovagonmash" ma:readOnly="false">
      <xsd:simpleType>
        <xsd:restriction base="dms:Boolean"/>
      </xsd:simpleType>
    </xsd:element>
    <xsd:element name="Action" ma:index="12" nillable="true" ma:displayName="Action" ma:hidden="true" ma:internalName="Ac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13511-c4d8-4d2a-a4f6-b104950b612d" elementFormDefault="qualified">
    <xsd:import namespace="http://schemas.microsoft.com/office/2006/documentManagement/types"/>
    <xsd:import namespace="http://schemas.microsoft.com/office/infopath/2007/PartnerControls"/>
    <xsd:element name="DocumentType" ma:index="5" nillable="true" ma:displayName="Document Type" ma:format="Dropdown" ma:list="b7669b95-ecbd-44ef-8399-6cde0fbf71f3" ma:internalName="DocumentType" ma:showField="Title">
      <xsd:simpleType>
        <xsd:restriction base="dms:Lookup"/>
      </xsd:simpleType>
    </xsd:element>
    <xsd:element name="Category" ma:index="6" nillable="true" ma:displayName="Category" ma:format="Dropdown" ma:list="21c01bca-b917-4d6f-b8d8-62cf8a0269fa" ma:internalName="Category" ma:readOnly="false" ma:showField="Title">
      <xsd:simpleType>
        <xsd:restriction base="dms:Lookup"/>
      </xsd:simpleType>
    </xsd:element>
    <xsd:element name="MediaServiceMetadata" ma:index="1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Language xmlns="c0faad5f-84a2-4286-bc95-a02a7ff7f4aa">2</DocumentLanguage>
    <Notice xmlns="c0faad5f-84a2-4286-bc95-a02a7ff7f4aa" xsi:nil="true"/>
    <DocumentType xmlns="fb313511-c4d8-4d2a-a4f6-b104950b612d">5</DocumentType>
    <TransferDniprovagonmash xmlns="c0faad5f-84a2-4286-bc95-a02a7ff7f4aa">false</TransferDniprovagonmash>
    <Action xmlns="c0faad5f-84a2-4286-bc95-a02a7ff7f4aa" xsi:nil="true"/>
    <Responsible xmlns="c0faad5f-84a2-4286-bc95-a02a7ff7f4aa">
      <UserInfo>
        <DisplayName>Hofmann Florian</DisplayName>
        <AccountId>30</AccountId>
        <AccountType/>
      </UserInfo>
    </Responsible>
    <Category xmlns="fb313511-c4d8-4d2a-a4f6-b104950b612d">38</Categor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9D7E97-26F2-4BC9-BC43-A4B1C58C3BB3}">
  <ds:schemaRefs>
    <ds:schemaRef ds:uri="c0faad5f-84a2-4286-bc95-a02a7ff7f4aa"/>
    <ds:schemaRef ds:uri="fb313511-c4d8-4d2a-a4f6-b104950b612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E6D31D-CFF5-4F94-AA4F-76592B5D6276}">
  <ds:schemaRefs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fb313511-c4d8-4d2a-a4f6-b104950b612d"/>
    <ds:schemaRef ds:uri="http://schemas.openxmlformats.org/package/2006/metadata/core-properties"/>
    <ds:schemaRef ds:uri="c0faad5f-84a2-4286-bc95-a02a7ff7f4aa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20D6BBB-BC3C-4C6D-BBF2-E5FD14091D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215</Words>
  <Application>Microsoft Office PowerPoint</Application>
  <PresentationFormat>Широкоэкранный</PresentationFormat>
  <Paragraphs>34</Paragraphs>
  <Slides>9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Trebuchet MS</vt:lpstr>
      <vt:lpstr>Wingdings 3</vt:lpstr>
      <vt:lpstr>Facette</vt:lpstr>
      <vt:lpstr>think-cell Folie</vt:lpstr>
      <vt:lpstr>Development </vt:lpstr>
      <vt:lpstr>TransANT UNO Multi 40ft</vt:lpstr>
      <vt:lpstr>Current status - TransANT UNO Multi 40ft</vt:lpstr>
      <vt:lpstr>Презентация PowerPoint</vt:lpstr>
      <vt:lpstr>Current status - TransANT UNO tank 88m³</vt:lpstr>
      <vt:lpstr>Next steps - TransANT UNO Multi 40ft</vt:lpstr>
      <vt:lpstr>Next steps - TransANT UNO tank 88m³</vt:lpstr>
      <vt:lpstr>Next steps - generally</vt:lpstr>
      <vt:lpstr>Next steps - 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Draguljic Antonia</dc:creator>
  <cp:lastModifiedBy>Putintsev Serhiy</cp:lastModifiedBy>
  <cp:revision>15</cp:revision>
  <cp:lastPrinted>2024-12-04T21:28:00Z</cp:lastPrinted>
  <dcterms:created xsi:type="dcterms:W3CDTF">2024-08-06T05:59:40Z</dcterms:created>
  <dcterms:modified xsi:type="dcterms:W3CDTF">2026-09-08T17:39:28Z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0x010100808E9D33F410DD49BC63DE0DE5E4ECB600D3C75693433991409ACDB4A8D33314E0</vt:lpwstr>
  </property>
  <property fmtid="{D5CDD505-2E9C-101B-9397-08002B2CF9AE}" pid="3" name="MediaServiceImageTags">
    <vt:lpwstr/>
  </property>
</Properties>
</file>